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7"/>
    <p:sldMasterId id="2147483712" r:id="rId8"/>
    <p:sldMasterId id="2147483673" r:id="rId9"/>
    <p:sldMasterId id="2147483676" r:id="rId10"/>
    <p:sldMasterId id="2147483678" r:id="rId11"/>
    <p:sldMasterId id="2147483680" r:id="rId12"/>
  </p:sldMasterIdLst>
  <p:notesMasterIdLst>
    <p:notesMasterId r:id="rId31"/>
  </p:notesMasterIdLst>
  <p:sldIdLst>
    <p:sldId id="257" r:id="rId13"/>
    <p:sldId id="258" r:id="rId14"/>
    <p:sldId id="259" r:id="rId15"/>
    <p:sldId id="262" r:id="rId16"/>
    <p:sldId id="264" r:id="rId17"/>
    <p:sldId id="268" r:id="rId18"/>
    <p:sldId id="269" r:id="rId19"/>
    <p:sldId id="274" r:id="rId20"/>
    <p:sldId id="266" r:id="rId21"/>
    <p:sldId id="271" r:id="rId22"/>
    <p:sldId id="270" r:id="rId23"/>
    <p:sldId id="272" r:id="rId24"/>
    <p:sldId id="273" r:id="rId25"/>
    <p:sldId id="267" r:id="rId26"/>
    <p:sldId id="275" r:id="rId27"/>
    <p:sldId id="261" r:id="rId28"/>
    <p:sldId id="260" r:id="rId29"/>
    <p:sldId id="265" r:id="rId3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83" d="100"/>
          <a:sy n="83" d="100"/>
        </p:scale>
        <p:origin x="824" y="5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2.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9.xml"/><Relationship Id="rId34" Type="http://schemas.openxmlformats.org/officeDocument/2006/relationships/theme" Target="theme/theme1.xml"/><Relationship Id="rId7" Type="http://schemas.openxmlformats.org/officeDocument/2006/relationships/slideMaster" Target="slideMasters/slideMaster1.xml"/><Relationship Id="rId12" Type="http://schemas.openxmlformats.org/officeDocument/2006/relationships/slideMaster" Target="slideMasters/slideMaster6.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Master" Target="slideMasters/slideMaster5.xml"/><Relationship Id="rId24" Type="http://schemas.openxmlformats.org/officeDocument/2006/relationships/slide" Target="slides/slide12.xml"/><Relationship Id="rId32" Type="http://schemas.openxmlformats.org/officeDocument/2006/relationships/presProps" Target="presProps.xml"/><Relationship Id="rId5" Type="http://schemas.openxmlformats.org/officeDocument/2006/relationships/customXml" Target="../customXml/item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10" Type="http://schemas.openxmlformats.org/officeDocument/2006/relationships/slideMaster" Target="slideMasters/slideMaster4.xml"/><Relationship Id="rId19" Type="http://schemas.openxmlformats.org/officeDocument/2006/relationships/slide" Target="slides/slide7.xml"/><Relationship Id="rId31"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Master" Target="slideMasters/slideMaster3.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03831C-DEBA-4A3A-8C36-FD8115E217DA}" type="datetimeFigureOut">
              <a:rPr lang="en-US" smtClean="0"/>
              <a:t>7/27/2020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D4EF5B-ECC8-43EE-A509-D601DDF42AD0}" type="slidenum">
              <a:rPr lang="en-US" smtClean="0"/>
              <a:t>‹#›</a:t>
            </a:fld>
            <a:endParaRPr lang="en-US"/>
          </a:p>
        </p:txBody>
      </p:sp>
    </p:spTree>
    <p:extLst>
      <p:ext uri="{BB962C8B-B14F-4D97-AF65-F5344CB8AC3E}">
        <p14:creationId xmlns:p14="http://schemas.microsoft.com/office/powerpoint/2010/main" val="211518043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1_Blank Slid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D543A0E-70E6-46DB-8F7C-06A0214599E8}"/>
              </a:ext>
            </a:extLst>
          </p:cNvPr>
          <p:cNvSpPr>
            <a:spLocks noGrp="1"/>
          </p:cNvSpPr>
          <p:nvPr>
            <p:ph type="ftr" sz="quarter" idx="13"/>
          </p:nvPr>
        </p:nvSpPr>
        <p:spPr/>
        <p:txBody>
          <a:bodyPr/>
          <a:lstStyle/>
          <a:p>
            <a:r>
              <a:rPr lang="en-GB"/>
              <a:t>&lt;Document ID: change ID in footer or remove&gt; &lt;Change information classification in footer&gt;</a:t>
            </a:r>
            <a:endParaRPr lang="en-US"/>
          </a:p>
        </p:txBody>
      </p:sp>
    </p:spTree>
    <p:extLst>
      <p:ext uri="{BB962C8B-B14F-4D97-AF65-F5344CB8AC3E}">
        <p14:creationId xmlns:p14="http://schemas.microsoft.com/office/powerpoint/2010/main" val="958778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_Titl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1D69DC-9F16-4CA4-A0E0-1872B8AD5DBC}"/>
              </a:ext>
            </a:extLst>
          </p:cNvPr>
          <p:cNvSpPr>
            <a:spLocks noGrp="1"/>
          </p:cNvSpPr>
          <p:nvPr>
            <p:ph type="ftr" sz="quarter" idx="10"/>
          </p:nvPr>
        </p:nvSpPr>
        <p:spPr/>
        <p:txBody>
          <a:bodyPr/>
          <a:lstStyle/>
          <a:p>
            <a:r>
              <a:rPr lang="en-GB"/>
              <a:t>&lt;Document ID: change ID in footer or remove&gt; &lt;Change information classification in footer&gt;</a:t>
            </a:r>
            <a:endParaRPr lang="en-US"/>
          </a:p>
        </p:txBody>
      </p:sp>
      <p:sp>
        <p:nvSpPr>
          <p:cNvPr id="4" name="Text Placeholder 12">
            <a:extLst>
              <a:ext uri="{FF2B5EF4-FFF2-40B4-BE49-F238E27FC236}">
                <a16:creationId xmlns:a16="http://schemas.microsoft.com/office/drawing/2014/main" id="{99A4E175-66C0-4DDD-AA07-5D4B03CEA1D0}"/>
              </a:ext>
            </a:extLst>
          </p:cNvPr>
          <p:cNvSpPr>
            <a:spLocks noGrp="1"/>
          </p:cNvSpPr>
          <p:nvPr>
            <p:ph type="body" sz="quarter" idx="11"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dirty="0"/>
              <a:t>Click to edit secondary headline</a:t>
            </a:r>
          </a:p>
        </p:txBody>
      </p:sp>
      <p:sp>
        <p:nvSpPr>
          <p:cNvPr id="5" name="Text Placeholder 42">
            <a:extLst>
              <a:ext uri="{FF2B5EF4-FFF2-40B4-BE49-F238E27FC236}">
                <a16:creationId xmlns:a16="http://schemas.microsoft.com/office/drawing/2014/main" id="{F4102E0A-65A1-4E0C-ABCA-2CEBB8D5BF5D}"/>
              </a:ext>
            </a:extLst>
          </p:cNvPr>
          <p:cNvSpPr>
            <a:spLocks noGrp="1"/>
          </p:cNvSpPr>
          <p:nvPr>
            <p:ph type="body" sz="quarter" idx="12"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dirty="0"/>
              <a:t>Click to edit headline</a:t>
            </a:r>
          </a:p>
        </p:txBody>
      </p:sp>
    </p:spTree>
    <p:extLst>
      <p:ext uri="{BB962C8B-B14F-4D97-AF65-F5344CB8AC3E}">
        <p14:creationId xmlns:p14="http://schemas.microsoft.com/office/powerpoint/2010/main" val="3652851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3_Single Text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D5DDEE8-FF3C-4742-BB8C-B09BB2526ACE}"/>
              </a:ext>
            </a:extLst>
          </p:cNvPr>
          <p:cNvSpPr>
            <a:spLocks noGrp="1"/>
          </p:cNvSpPr>
          <p:nvPr>
            <p:ph type="ftr" sz="quarter" idx="10"/>
          </p:nvPr>
        </p:nvSpPr>
        <p:spPr/>
        <p:txBody>
          <a:bodyPr/>
          <a:lstStyle/>
          <a:p>
            <a:r>
              <a:rPr lang="en-GB"/>
              <a:t>&lt;Document ID: change ID in footer or remove&gt; &lt;Change information classification in footer&gt;</a:t>
            </a:r>
            <a:endParaRPr lang="en-US"/>
          </a:p>
        </p:txBody>
      </p:sp>
      <p:sp>
        <p:nvSpPr>
          <p:cNvPr id="4" name="Text Placeholder 12">
            <a:extLst>
              <a:ext uri="{FF2B5EF4-FFF2-40B4-BE49-F238E27FC236}">
                <a16:creationId xmlns:a16="http://schemas.microsoft.com/office/drawing/2014/main" id="{B4B383DF-E841-4958-AC70-1FE077578D06}"/>
              </a:ext>
            </a:extLst>
          </p:cNvPr>
          <p:cNvSpPr>
            <a:spLocks noGrp="1"/>
          </p:cNvSpPr>
          <p:nvPr>
            <p:ph type="body" sz="quarter" idx="11"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dirty="0"/>
              <a:t>Click to edit secondary headline</a:t>
            </a:r>
          </a:p>
        </p:txBody>
      </p:sp>
      <p:sp>
        <p:nvSpPr>
          <p:cNvPr id="5" name="Text Placeholder 42">
            <a:extLst>
              <a:ext uri="{FF2B5EF4-FFF2-40B4-BE49-F238E27FC236}">
                <a16:creationId xmlns:a16="http://schemas.microsoft.com/office/drawing/2014/main" id="{6D425CB6-0BAB-4AB6-ADCE-D68F0C1DF88A}"/>
              </a:ext>
            </a:extLst>
          </p:cNvPr>
          <p:cNvSpPr>
            <a:spLocks noGrp="1"/>
          </p:cNvSpPr>
          <p:nvPr>
            <p:ph type="body" sz="quarter" idx="12"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dirty="0"/>
              <a:t>Click to edit headline</a:t>
            </a:r>
          </a:p>
        </p:txBody>
      </p:sp>
      <p:sp>
        <p:nvSpPr>
          <p:cNvPr id="6" name="Text Placeholder 3">
            <a:extLst>
              <a:ext uri="{FF2B5EF4-FFF2-40B4-BE49-F238E27FC236}">
                <a16:creationId xmlns:a16="http://schemas.microsoft.com/office/drawing/2014/main" id="{087D8427-6029-4956-BF93-C47F0DB87979}"/>
              </a:ext>
            </a:extLst>
          </p:cNvPr>
          <p:cNvSpPr>
            <a:spLocks noGrp="1"/>
          </p:cNvSpPr>
          <p:nvPr>
            <p:ph type="body" sz="quarter" idx="13"/>
          </p:nvPr>
        </p:nvSpPr>
        <p:spPr>
          <a:xfrm>
            <a:off x="417600" y="1080000"/>
            <a:ext cx="83088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585524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4_Single Table">
    <p:spTree>
      <p:nvGrpSpPr>
        <p:cNvPr id="1" name=""/>
        <p:cNvGrpSpPr/>
        <p:nvPr/>
      </p:nvGrpSpPr>
      <p:grpSpPr>
        <a:xfrm>
          <a:off x="0" y="0"/>
          <a:ext cx="0" cy="0"/>
          <a:chOff x="0" y="0"/>
          <a:chExt cx="0" cy="0"/>
        </a:xfrm>
      </p:grpSpPr>
      <p:sp>
        <p:nvSpPr>
          <p:cNvPr id="2" name="Text Placeholder 12">
            <a:extLst>
              <a:ext uri="{FF2B5EF4-FFF2-40B4-BE49-F238E27FC236}">
                <a16:creationId xmlns:a16="http://schemas.microsoft.com/office/drawing/2014/main" id="{4F384717-39C3-4AC7-9EA1-C3EA1A638B6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dirty="0"/>
              <a:t>Click to edit secondary headline</a:t>
            </a:r>
          </a:p>
        </p:txBody>
      </p:sp>
      <p:sp>
        <p:nvSpPr>
          <p:cNvPr id="3" name="Text Placeholder 42">
            <a:extLst>
              <a:ext uri="{FF2B5EF4-FFF2-40B4-BE49-F238E27FC236}">
                <a16:creationId xmlns:a16="http://schemas.microsoft.com/office/drawing/2014/main" id="{6D6C4B20-F952-4A3C-AB73-2A06B8C3F696}"/>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dirty="0"/>
              <a:t>Click to edit headline</a:t>
            </a:r>
          </a:p>
        </p:txBody>
      </p:sp>
      <p:sp>
        <p:nvSpPr>
          <p:cNvPr id="6" name="Table Placeholder 2">
            <a:extLst>
              <a:ext uri="{FF2B5EF4-FFF2-40B4-BE49-F238E27FC236}">
                <a16:creationId xmlns:a16="http://schemas.microsoft.com/office/drawing/2014/main" id="{1CF4B30C-BC0A-4BED-8EEF-4DDEF7B9FABC}"/>
              </a:ext>
            </a:extLst>
          </p:cNvPr>
          <p:cNvSpPr>
            <a:spLocks noGrp="1"/>
          </p:cNvSpPr>
          <p:nvPr>
            <p:ph type="tbl" sz="quarter" idx="13"/>
          </p:nvPr>
        </p:nvSpPr>
        <p:spPr>
          <a:xfrm>
            <a:off x="417600" y="1076400"/>
            <a:ext cx="8308800" cy="3564000"/>
          </a:xfrm>
          <a:prstGeom prst="rect">
            <a:avLst/>
          </a:prstGeom>
        </p:spPr>
        <p:txBody>
          <a:bodyPr/>
          <a:lstStyle>
            <a:lvl1pPr marL="0" indent="0">
              <a:buNone/>
              <a:defRPr sz="1000">
                <a:solidFill>
                  <a:schemeClr val="tx2"/>
                </a:solidFill>
                <a:latin typeface="+mn-lt"/>
              </a:defRPr>
            </a:lvl1pPr>
          </a:lstStyle>
          <a:p>
            <a:r>
              <a:rPr lang="en-US"/>
              <a:t>Click icon to add table</a:t>
            </a:r>
            <a:endParaRPr lang="en-US" dirty="0"/>
          </a:p>
        </p:txBody>
      </p:sp>
      <p:sp>
        <p:nvSpPr>
          <p:cNvPr id="4" name="Footer Placeholder 3">
            <a:extLst>
              <a:ext uri="{FF2B5EF4-FFF2-40B4-BE49-F238E27FC236}">
                <a16:creationId xmlns:a16="http://schemas.microsoft.com/office/drawing/2014/main" id="{D6746ED1-96F6-4AE8-9D3A-0266CB4B7380}"/>
              </a:ext>
            </a:extLst>
          </p:cNvPr>
          <p:cNvSpPr>
            <a:spLocks noGrp="1"/>
          </p:cNvSpPr>
          <p:nvPr>
            <p:ph type="ftr" sz="quarter" idx="14"/>
          </p:nvPr>
        </p:nvSpPr>
        <p:spPr/>
        <p:txBody>
          <a:bodyPr/>
          <a:lstStyle/>
          <a:p>
            <a:r>
              <a:rPr lang="en-GB"/>
              <a:t>&lt;Document ID: change ID in footer or remove&gt; &lt;Change information classification in footer&gt;</a:t>
            </a:r>
            <a:endParaRPr lang="en-US"/>
          </a:p>
        </p:txBody>
      </p:sp>
    </p:spTree>
    <p:extLst>
      <p:ext uri="{BB962C8B-B14F-4D97-AF65-F5344CB8AC3E}">
        <p14:creationId xmlns:p14="http://schemas.microsoft.com/office/powerpoint/2010/main" val="2126415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5_Single SmartArt">
    <p:spTree>
      <p:nvGrpSpPr>
        <p:cNvPr id="1" name=""/>
        <p:cNvGrpSpPr/>
        <p:nvPr/>
      </p:nvGrpSpPr>
      <p:grpSpPr>
        <a:xfrm>
          <a:off x="0" y="0"/>
          <a:ext cx="0" cy="0"/>
          <a:chOff x="0" y="0"/>
          <a:chExt cx="0" cy="0"/>
        </a:xfrm>
      </p:grpSpPr>
      <p:sp>
        <p:nvSpPr>
          <p:cNvPr id="2" name="Text Placeholder 12">
            <a:extLst>
              <a:ext uri="{FF2B5EF4-FFF2-40B4-BE49-F238E27FC236}">
                <a16:creationId xmlns:a16="http://schemas.microsoft.com/office/drawing/2014/main" id="{4F384717-39C3-4AC7-9EA1-C3EA1A638B6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dirty="0"/>
              <a:t>Click to edit secondary headline</a:t>
            </a:r>
          </a:p>
        </p:txBody>
      </p:sp>
      <p:sp>
        <p:nvSpPr>
          <p:cNvPr id="3" name="Text Placeholder 42">
            <a:extLst>
              <a:ext uri="{FF2B5EF4-FFF2-40B4-BE49-F238E27FC236}">
                <a16:creationId xmlns:a16="http://schemas.microsoft.com/office/drawing/2014/main" id="{6D6C4B20-F952-4A3C-AB73-2A06B8C3F696}"/>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dirty="0"/>
              <a:t>Click to edit headline</a:t>
            </a:r>
          </a:p>
        </p:txBody>
      </p:sp>
      <p:sp>
        <p:nvSpPr>
          <p:cNvPr id="7" name="SmartArt Placeholder 2">
            <a:extLst>
              <a:ext uri="{FF2B5EF4-FFF2-40B4-BE49-F238E27FC236}">
                <a16:creationId xmlns:a16="http://schemas.microsoft.com/office/drawing/2014/main" id="{9E969AE7-D418-4354-A166-2D9EC9AFFBD5}"/>
              </a:ext>
            </a:extLst>
          </p:cNvPr>
          <p:cNvSpPr>
            <a:spLocks noGrp="1"/>
          </p:cNvSpPr>
          <p:nvPr>
            <p:ph type="dgm" sz="quarter" idx="14"/>
          </p:nvPr>
        </p:nvSpPr>
        <p:spPr>
          <a:xfrm>
            <a:off x="417600" y="1076400"/>
            <a:ext cx="8308800" cy="3564000"/>
          </a:xfrm>
          <a:prstGeom prst="rect">
            <a:avLst/>
          </a:prstGeom>
        </p:spPr>
        <p:txBody>
          <a:bodyPr/>
          <a:lstStyle>
            <a:lvl1pPr marL="0" indent="0">
              <a:buNone/>
              <a:defRPr sz="1000">
                <a:solidFill>
                  <a:schemeClr val="tx2"/>
                </a:solidFill>
              </a:defRPr>
            </a:lvl1pPr>
          </a:lstStyle>
          <a:p>
            <a:r>
              <a:rPr lang="en-US"/>
              <a:t>Click icon to add SmartArt graphic</a:t>
            </a:r>
            <a:endParaRPr lang="en-US" dirty="0"/>
          </a:p>
        </p:txBody>
      </p:sp>
      <p:sp>
        <p:nvSpPr>
          <p:cNvPr id="4" name="Footer Placeholder 3">
            <a:extLst>
              <a:ext uri="{FF2B5EF4-FFF2-40B4-BE49-F238E27FC236}">
                <a16:creationId xmlns:a16="http://schemas.microsoft.com/office/drawing/2014/main" id="{5EB72D45-B478-45D6-BC5D-D958ACDFA9E3}"/>
              </a:ext>
            </a:extLst>
          </p:cNvPr>
          <p:cNvSpPr>
            <a:spLocks noGrp="1"/>
          </p:cNvSpPr>
          <p:nvPr>
            <p:ph type="ftr" sz="quarter" idx="15"/>
          </p:nvPr>
        </p:nvSpPr>
        <p:spPr/>
        <p:txBody>
          <a:bodyPr/>
          <a:lstStyle/>
          <a:p>
            <a:r>
              <a:rPr lang="en-GB"/>
              <a:t>&lt;Document ID: change ID in footer or remove&gt; &lt;Change information classification in footer&gt;</a:t>
            </a:r>
            <a:endParaRPr lang="en-US"/>
          </a:p>
        </p:txBody>
      </p:sp>
    </p:spTree>
    <p:extLst>
      <p:ext uri="{BB962C8B-B14F-4D97-AF65-F5344CB8AC3E}">
        <p14:creationId xmlns:p14="http://schemas.microsoft.com/office/powerpoint/2010/main" val="3223460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6_Two Column Text Layout">
    <p:spTree>
      <p:nvGrpSpPr>
        <p:cNvPr id="1" name=""/>
        <p:cNvGrpSpPr/>
        <p:nvPr/>
      </p:nvGrpSpPr>
      <p:grpSpPr>
        <a:xfrm>
          <a:off x="0" y="0"/>
          <a:ext cx="0" cy="0"/>
          <a:chOff x="0" y="0"/>
          <a:chExt cx="0" cy="0"/>
        </a:xfrm>
      </p:grpSpPr>
      <p:sp>
        <p:nvSpPr>
          <p:cNvPr id="2" name="Text Placeholder 12">
            <a:extLst>
              <a:ext uri="{FF2B5EF4-FFF2-40B4-BE49-F238E27FC236}">
                <a16:creationId xmlns:a16="http://schemas.microsoft.com/office/drawing/2014/main" id="{4F384717-39C3-4AC7-9EA1-C3EA1A638B6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dirty="0"/>
              <a:t>Click to edit secondary headline</a:t>
            </a:r>
          </a:p>
        </p:txBody>
      </p:sp>
      <p:sp>
        <p:nvSpPr>
          <p:cNvPr id="3" name="Text Placeholder 42">
            <a:extLst>
              <a:ext uri="{FF2B5EF4-FFF2-40B4-BE49-F238E27FC236}">
                <a16:creationId xmlns:a16="http://schemas.microsoft.com/office/drawing/2014/main" id="{6D6C4B20-F952-4A3C-AB73-2A06B8C3F696}"/>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dirty="0"/>
              <a:t>Click to edit headline</a:t>
            </a:r>
          </a:p>
        </p:txBody>
      </p:sp>
      <p:sp>
        <p:nvSpPr>
          <p:cNvPr id="6" name="Text Placeholder 3">
            <a:extLst>
              <a:ext uri="{FF2B5EF4-FFF2-40B4-BE49-F238E27FC236}">
                <a16:creationId xmlns:a16="http://schemas.microsoft.com/office/drawing/2014/main" id="{D48EFACD-CEB2-4692-815C-86D19FBB4A40}"/>
              </a:ext>
            </a:extLst>
          </p:cNvPr>
          <p:cNvSpPr>
            <a:spLocks noGrp="1"/>
          </p:cNvSpPr>
          <p:nvPr>
            <p:ph type="body" sz="quarter" idx="12"/>
          </p:nvPr>
        </p:nvSpPr>
        <p:spPr>
          <a:xfrm>
            <a:off x="417600" y="1080000"/>
            <a:ext cx="40104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3">
            <a:extLst>
              <a:ext uri="{FF2B5EF4-FFF2-40B4-BE49-F238E27FC236}">
                <a16:creationId xmlns:a16="http://schemas.microsoft.com/office/drawing/2014/main" id="{3CBCB907-9E7B-4CB2-B9DE-4FC3076D2A87}"/>
              </a:ext>
            </a:extLst>
          </p:cNvPr>
          <p:cNvSpPr>
            <a:spLocks noGrp="1"/>
          </p:cNvSpPr>
          <p:nvPr>
            <p:ph type="body" sz="quarter" idx="13"/>
          </p:nvPr>
        </p:nvSpPr>
        <p:spPr>
          <a:xfrm>
            <a:off x="4716000" y="1080000"/>
            <a:ext cx="40104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Footer Placeholder 3">
            <a:extLst>
              <a:ext uri="{FF2B5EF4-FFF2-40B4-BE49-F238E27FC236}">
                <a16:creationId xmlns:a16="http://schemas.microsoft.com/office/drawing/2014/main" id="{1E14DFDF-6038-42CF-9F88-F60BDA6A7F2B}"/>
              </a:ext>
            </a:extLst>
          </p:cNvPr>
          <p:cNvSpPr>
            <a:spLocks noGrp="1"/>
          </p:cNvSpPr>
          <p:nvPr>
            <p:ph type="ftr" sz="quarter" idx="14"/>
          </p:nvPr>
        </p:nvSpPr>
        <p:spPr/>
        <p:txBody>
          <a:bodyPr/>
          <a:lstStyle/>
          <a:p>
            <a:r>
              <a:rPr lang="en-GB"/>
              <a:t>&lt;Document ID: change ID in footer or remove&gt; &lt;Change information classification in footer&gt;</a:t>
            </a:r>
            <a:endParaRPr lang="en-US"/>
          </a:p>
        </p:txBody>
      </p:sp>
    </p:spTree>
    <p:extLst>
      <p:ext uri="{BB962C8B-B14F-4D97-AF65-F5344CB8AC3E}">
        <p14:creationId xmlns:p14="http://schemas.microsoft.com/office/powerpoint/2010/main" val="522147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7_Two Column Mixed">
    <p:spTree>
      <p:nvGrpSpPr>
        <p:cNvPr id="1" name=""/>
        <p:cNvGrpSpPr/>
        <p:nvPr/>
      </p:nvGrpSpPr>
      <p:grpSpPr>
        <a:xfrm>
          <a:off x="0" y="0"/>
          <a:ext cx="0" cy="0"/>
          <a:chOff x="0" y="0"/>
          <a:chExt cx="0" cy="0"/>
        </a:xfrm>
      </p:grpSpPr>
      <p:sp>
        <p:nvSpPr>
          <p:cNvPr id="2" name="Text Placeholder 12">
            <a:extLst>
              <a:ext uri="{FF2B5EF4-FFF2-40B4-BE49-F238E27FC236}">
                <a16:creationId xmlns:a16="http://schemas.microsoft.com/office/drawing/2014/main" id="{4F384717-39C3-4AC7-9EA1-C3EA1A638B6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dirty="0"/>
              <a:t>Click to edit secondary headline</a:t>
            </a:r>
          </a:p>
        </p:txBody>
      </p:sp>
      <p:sp>
        <p:nvSpPr>
          <p:cNvPr id="3" name="Text Placeholder 42">
            <a:extLst>
              <a:ext uri="{FF2B5EF4-FFF2-40B4-BE49-F238E27FC236}">
                <a16:creationId xmlns:a16="http://schemas.microsoft.com/office/drawing/2014/main" id="{6D6C4B20-F952-4A3C-AB73-2A06B8C3F696}"/>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dirty="0"/>
              <a:t>Click to edit headline</a:t>
            </a:r>
          </a:p>
        </p:txBody>
      </p:sp>
      <p:sp>
        <p:nvSpPr>
          <p:cNvPr id="7" name="Text Placeholder 3">
            <a:extLst>
              <a:ext uri="{FF2B5EF4-FFF2-40B4-BE49-F238E27FC236}">
                <a16:creationId xmlns:a16="http://schemas.microsoft.com/office/drawing/2014/main" id="{8C469832-DACB-40B0-988E-5D708FA93741}"/>
              </a:ext>
            </a:extLst>
          </p:cNvPr>
          <p:cNvSpPr>
            <a:spLocks noGrp="1"/>
          </p:cNvSpPr>
          <p:nvPr>
            <p:ph type="body" sz="quarter" idx="13"/>
          </p:nvPr>
        </p:nvSpPr>
        <p:spPr>
          <a:xfrm>
            <a:off x="4716000" y="1080000"/>
            <a:ext cx="40104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able Placeholder 4">
            <a:extLst>
              <a:ext uri="{FF2B5EF4-FFF2-40B4-BE49-F238E27FC236}">
                <a16:creationId xmlns:a16="http://schemas.microsoft.com/office/drawing/2014/main" id="{B3F0CABE-2F16-456A-A120-390FEDFE43A9}"/>
              </a:ext>
            </a:extLst>
          </p:cNvPr>
          <p:cNvSpPr>
            <a:spLocks noGrp="1"/>
          </p:cNvSpPr>
          <p:nvPr>
            <p:ph type="tbl" sz="quarter" idx="14"/>
          </p:nvPr>
        </p:nvSpPr>
        <p:spPr>
          <a:xfrm>
            <a:off x="417600" y="1080000"/>
            <a:ext cx="4010400" cy="3560400"/>
          </a:xfrm>
          <a:prstGeom prst="rect">
            <a:avLst/>
          </a:prstGeom>
        </p:spPr>
        <p:txBody>
          <a:bodyPr>
            <a:normAutofit/>
          </a:bodyPr>
          <a:lstStyle>
            <a:lvl1pPr marL="0" indent="0">
              <a:buNone/>
              <a:defRPr sz="1600">
                <a:solidFill>
                  <a:schemeClr val="tx2"/>
                </a:solidFill>
                <a:latin typeface="+mn-lt"/>
              </a:defRPr>
            </a:lvl1pPr>
          </a:lstStyle>
          <a:p>
            <a:r>
              <a:rPr lang="en-US" noProof="0"/>
              <a:t>Click icon to add table</a:t>
            </a:r>
            <a:endParaRPr lang="en-US" noProof="0" dirty="0"/>
          </a:p>
        </p:txBody>
      </p:sp>
      <p:sp>
        <p:nvSpPr>
          <p:cNvPr id="4" name="Footer Placeholder 3">
            <a:extLst>
              <a:ext uri="{FF2B5EF4-FFF2-40B4-BE49-F238E27FC236}">
                <a16:creationId xmlns:a16="http://schemas.microsoft.com/office/drawing/2014/main" id="{5828BA92-8F61-4F9A-B36F-9769D72C71AE}"/>
              </a:ext>
            </a:extLst>
          </p:cNvPr>
          <p:cNvSpPr>
            <a:spLocks noGrp="1"/>
          </p:cNvSpPr>
          <p:nvPr>
            <p:ph type="ftr" sz="quarter" idx="15"/>
          </p:nvPr>
        </p:nvSpPr>
        <p:spPr/>
        <p:txBody>
          <a:bodyPr/>
          <a:lstStyle/>
          <a:p>
            <a:r>
              <a:rPr lang="en-GB"/>
              <a:t>&lt;Document ID: change ID in footer or remove&gt; &lt;Change information classification in footer&gt;</a:t>
            </a:r>
            <a:endParaRPr lang="en-US"/>
          </a:p>
        </p:txBody>
      </p:sp>
    </p:spTree>
    <p:extLst>
      <p:ext uri="{BB962C8B-B14F-4D97-AF65-F5344CB8AC3E}">
        <p14:creationId xmlns:p14="http://schemas.microsoft.com/office/powerpoint/2010/main" val="2321535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8_Three Column Text Layout">
    <p:spTree>
      <p:nvGrpSpPr>
        <p:cNvPr id="1" name=""/>
        <p:cNvGrpSpPr/>
        <p:nvPr/>
      </p:nvGrpSpPr>
      <p:grpSpPr>
        <a:xfrm>
          <a:off x="0" y="0"/>
          <a:ext cx="0" cy="0"/>
          <a:chOff x="0" y="0"/>
          <a:chExt cx="0" cy="0"/>
        </a:xfrm>
      </p:grpSpPr>
      <p:sp>
        <p:nvSpPr>
          <p:cNvPr id="2" name="Text Placeholder 12">
            <a:extLst>
              <a:ext uri="{FF2B5EF4-FFF2-40B4-BE49-F238E27FC236}">
                <a16:creationId xmlns:a16="http://schemas.microsoft.com/office/drawing/2014/main" id="{4F384717-39C3-4AC7-9EA1-C3EA1A638B6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dirty="0"/>
              <a:t>Click to edit secondary headline</a:t>
            </a:r>
          </a:p>
        </p:txBody>
      </p:sp>
      <p:sp>
        <p:nvSpPr>
          <p:cNvPr id="3" name="Text Placeholder 42">
            <a:extLst>
              <a:ext uri="{FF2B5EF4-FFF2-40B4-BE49-F238E27FC236}">
                <a16:creationId xmlns:a16="http://schemas.microsoft.com/office/drawing/2014/main" id="{6D6C4B20-F952-4A3C-AB73-2A06B8C3F696}"/>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dirty="0"/>
              <a:t>Click to edit headline</a:t>
            </a:r>
          </a:p>
        </p:txBody>
      </p:sp>
      <p:sp>
        <p:nvSpPr>
          <p:cNvPr id="8" name="Text Placeholder 3">
            <a:extLst>
              <a:ext uri="{FF2B5EF4-FFF2-40B4-BE49-F238E27FC236}">
                <a16:creationId xmlns:a16="http://schemas.microsoft.com/office/drawing/2014/main" id="{2B478DF6-0668-488C-9E0C-4567E0DE8FCC}"/>
              </a:ext>
            </a:extLst>
          </p:cNvPr>
          <p:cNvSpPr>
            <a:spLocks noGrp="1"/>
          </p:cNvSpPr>
          <p:nvPr>
            <p:ph type="body" sz="quarter" idx="12"/>
          </p:nvPr>
        </p:nvSpPr>
        <p:spPr>
          <a:xfrm>
            <a:off x="417600" y="1080000"/>
            <a:ext cx="25920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3">
            <a:extLst>
              <a:ext uri="{FF2B5EF4-FFF2-40B4-BE49-F238E27FC236}">
                <a16:creationId xmlns:a16="http://schemas.microsoft.com/office/drawing/2014/main" id="{2EC091DE-89A6-4271-8BB9-BAB40C67B3E9}"/>
              </a:ext>
            </a:extLst>
          </p:cNvPr>
          <p:cNvSpPr>
            <a:spLocks noGrp="1"/>
          </p:cNvSpPr>
          <p:nvPr>
            <p:ph type="body" sz="quarter" idx="13"/>
          </p:nvPr>
        </p:nvSpPr>
        <p:spPr>
          <a:xfrm>
            <a:off x="3275856" y="1080000"/>
            <a:ext cx="25920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3">
            <a:extLst>
              <a:ext uri="{FF2B5EF4-FFF2-40B4-BE49-F238E27FC236}">
                <a16:creationId xmlns:a16="http://schemas.microsoft.com/office/drawing/2014/main" id="{4D1772D9-E08D-420E-AB34-CCAC26D77FE0}"/>
              </a:ext>
            </a:extLst>
          </p:cNvPr>
          <p:cNvSpPr>
            <a:spLocks noGrp="1"/>
          </p:cNvSpPr>
          <p:nvPr>
            <p:ph type="body" sz="quarter" idx="14"/>
          </p:nvPr>
        </p:nvSpPr>
        <p:spPr>
          <a:xfrm>
            <a:off x="6134400" y="1080000"/>
            <a:ext cx="25920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Footer Placeholder 3">
            <a:extLst>
              <a:ext uri="{FF2B5EF4-FFF2-40B4-BE49-F238E27FC236}">
                <a16:creationId xmlns:a16="http://schemas.microsoft.com/office/drawing/2014/main" id="{1ED23F99-89E3-4290-B5FE-D72F99F36EA5}"/>
              </a:ext>
            </a:extLst>
          </p:cNvPr>
          <p:cNvSpPr>
            <a:spLocks noGrp="1"/>
          </p:cNvSpPr>
          <p:nvPr>
            <p:ph type="ftr" sz="quarter" idx="15"/>
          </p:nvPr>
        </p:nvSpPr>
        <p:spPr/>
        <p:txBody>
          <a:bodyPr/>
          <a:lstStyle/>
          <a:p>
            <a:r>
              <a:rPr lang="en-GB"/>
              <a:t>&lt;Document ID: change ID in footer or remove&gt; &lt;Change information classification in footer&gt;</a:t>
            </a:r>
            <a:endParaRPr lang="en-US"/>
          </a:p>
        </p:txBody>
      </p:sp>
    </p:spTree>
    <p:extLst>
      <p:ext uri="{BB962C8B-B14F-4D97-AF65-F5344CB8AC3E}">
        <p14:creationId xmlns:p14="http://schemas.microsoft.com/office/powerpoint/2010/main" val="157249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9_Three Column Table">
    <p:spTree>
      <p:nvGrpSpPr>
        <p:cNvPr id="1" name=""/>
        <p:cNvGrpSpPr/>
        <p:nvPr/>
      </p:nvGrpSpPr>
      <p:grpSpPr>
        <a:xfrm>
          <a:off x="0" y="0"/>
          <a:ext cx="0" cy="0"/>
          <a:chOff x="0" y="0"/>
          <a:chExt cx="0" cy="0"/>
        </a:xfrm>
      </p:grpSpPr>
      <p:sp>
        <p:nvSpPr>
          <p:cNvPr id="2" name="Text Placeholder 12">
            <a:extLst>
              <a:ext uri="{FF2B5EF4-FFF2-40B4-BE49-F238E27FC236}">
                <a16:creationId xmlns:a16="http://schemas.microsoft.com/office/drawing/2014/main" id="{4F384717-39C3-4AC7-9EA1-C3EA1A638B6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dirty="0"/>
              <a:t>Click to edit secondary headline</a:t>
            </a:r>
          </a:p>
        </p:txBody>
      </p:sp>
      <p:sp>
        <p:nvSpPr>
          <p:cNvPr id="3" name="Text Placeholder 42">
            <a:extLst>
              <a:ext uri="{FF2B5EF4-FFF2-40B4-BE49-F238E27FC236}">
                <a16:creationId xmlns:a16="http://schemas.microsoft.com/office/drawing/2014/main" id="{6D6C4B20-F952-4A3C-AB73-2A06B8C3F696}"/>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dirty="0"/>
              <a:t>Click to edit headline</a:t>
            </a:r>
          </a:p>
        </p:txBody>
      </p:sp>
      <p:sp>
        <p:nvSpPr>
          <p:cNvPr id="9" name="Table Placeholder 2">
            <a:extLst>
              <a:ext uri="{FF2B5EF4-FFF2-40B4-BE49-F238E27FC236}">
                <a16:creationId xmlns:a16="http://schemas.microsoft.com/office/drawing/2014/main" id="{D0874136-2C1C-4222-98DA-D238FBD9743F}"/>
              </a:ext>
            </a:extLst>
          </p:cNvPr>
          <p:cNvSpPr>
            <a:spLocks noGrp="1"/>
          </p:cNvSpPr>
          <p:nvPr>
            <p:ph type="tbl" sz="quarter" idx="15"/>
          </p:nvPr>
        </p:nvSpPr>
        <p:spPr>
          <a:xfrm>
            <a:off x="417312" y="1080000"/>
            <a:ext cx="2592000" cy="3560400"/>
          </a:xfrm>
          <a:prstGeom prst="rect">
            <a:avLst/>
          </a:prstGeom>
        </p:spPr>
        <p:txBody>
          <a:bodyPr>
            <a:normAutofit/>
          </a:bodyPr>
          <a:lstStyle>
            <a:lvl1pPr marL="0" indent="0">
              <a:buNone/>
              <a:defRPr sz="1600">
                <a:solidFill>
                  <a:schemeClr val="tx2"/>
                </a:solidFill>
              </a:defRPr>
            </a:lvl1pPr>
          </a:lstStyle>
          <a:p>
            <a:r>
              <a:rPr lang="en-US"/>
              <a:t>Click icon to add table</a:t>
            </a:r>
            <a:endParaRPr lang="en-US" dirty="0"/>
          </a:p>
        </p:txBody>
      </p:sp>
      <p:sp>
        <p:nvSpPr>
          <p:cNvPr id="12" name="Table Placeholder 2">
            <a:extLst>
              <a:ext uri="{FF2B5EF4-FFF2-40B4-BE49-F238E27FC236}">
                <a16:creationId xmlns:a16="http://schemas.microsoft.com/office/drawing/2014/main" id="{B9EA6A3E-9087-42C1-89A6-8204E100E361}"/>
              </a:ext>
            </a:extLst>
          </p:cNvPr>
          <p:cNvSpPr>
            <a:spLocks noGrp="1"/>
          </p:cNvSpPr>
          <p:nvPr>
            <p:ph type="tbl" sz="quarter" idx="16"/>
          </p:nvPr>
        </p:nvSpPr>
        <p:spPr>
          <a:xfrm>
            <a:off x="6132423" y="1080000"/>
            <a:ext cx="2592000" cy="3560400"/>
          </a:xfrm>
          <a:prstGeom prst="rect">
            <a:avLst/>
          </a:prstGeom>
        </p:spPr>
        <p:txBody>
          <a:bodyPr>
            <a:normAutofit/>
          </a:bodyPr>
          <a:lstStyle>
            <a:lvl1pPr marL="0" indent="0">
              <a:buNone/>
              <a:defRPr sz="1600">
                <a:solidFill>
                  <a:schemeClr val="tx2"/>
                </a:solidFill>
              </a:defRPr>
            </a:lvl1pPr>
          </a:lstStyle>
          <a:p>
            <a:r>
              <a:rPr lang="en-US"/>
              <a:t>Click icon to add table</a:t>
            </a:r>
            <a:endParaRPr lang="en-US" dirty="0"/>
          </a:p>
        </p:txBody>
      </p:sp>
      <p:sp>
        <p:nvSpPr>
          <p:cNvPr id="13" name="Table Placeholder 2">
            <a:extLst>
              <a:ext uri="{FF2B5EF4-FFF2-40B4-BE49-F238E27FC236}">
                <a16:creationId xmlns:a16="http://schemas.microsoft.com/office/drawing/2014/main" id="{98BD97D8-C9D8-4E9B-90F2-C010D6EE811E}"/>
              </a:ext>
            </a:extLst>
          </p:cNvPr>
          <p:cNvSpPr>
            <a:spLocks noGrp="1"/>
          </p:cNvSpPr>
          <p:nvPr>
            <p:ph type="tbl" sz="quarter" idx="17"/>
          </p:nvPr>
        </p:nvSpPr>
        <p:spPr>
          <a:xfrm>
            <a:off x="3273879" y="1080000"/>
            <a:ext cx="2592000" cy="3560400"/>
          </a:xfrm>
          <a:prstGeom prst="rect">
            <a:avLst/>
          </a:prstGeom>
        </p:spPr>
        <p:txBody>
          <a:bodyPr>
            <a:normAutofit/>
          </a:bodyPr>
          <a:lstStyle>
            <a:lvl1pPr marL="0" indent="0">
              <a:buNone/>
              <a:defRPr sz="1600">
                <a:solidFill>
                  <a:schemeClr val="tx2"/>
                </a:solidFill>
              </a:defRPr>
            </a:lvl1pPr>
          </a:lstStyle>
          <a:p>
            <a:r>
              <a:rPr lang="en-US"/>
              <a:t>Click icon to add table</a:t>
            </a:r>
            <a:endParaRPr lang="en-US" dirty="0"/>
          </a:p>
        </p:txBody>
      </p:sp>
      <p:sp>
        <p:nvSpPr>
          <p:cNvPr id="4" name="Footer Placeholder 3">
            <a:extLst>
              <a:ext uri="{FF2B5EF4-FFF2-40B4-BE49-F238E27FC236}">
                <a16:creationId xmlns:a16="http://schemas.microsoft.com/office/drawing/2014/main" id="{7BC81E09-B357-4439-BD31-02945978E3D5}"/>
              </a:ext>
            </a:extLst>
          </p:cNvPr>
          <p:cNvSpPr>
            <a:spLocks noGrp="1"/>
          </p:cNvSpPr>
          <p:nvPr>
            <p:ph type="ftr" sz="quarter" idx="18"/>
          </p:nvPr>
        </p:nvSpPr>
        <p:spPr/>
        <p:txBody>
          <a:bodyPr/>
          <a:lstStyle/>
          <a:p>
            <a:r>
              <a:rPr lang="en-GB"/>
              <a:t>&lt;Document ID: change ID in footer or remove&gt; &lt;Change information classification in footer&gt;</a:t>
            </a:r>
            <a:endParaRPr lang="en-US"/>
          </a:p>
        </p:txBody>
      </p:sp>
    </p:spTree>
    <p:extLst>
      <p:ext uri="{BB962C8B-B14F-4D97-AF65-F5344CB8AC3E}">
        <p14:creationId xmlns:p14="http://schemas.microsoft.com/office/powerpoint/2010/main" val="446790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0_Four Column Text Layout">
    <p:spTree>
      <p:nvGrpSpPr>
        <p:cNvPr id="1" name=""/>
        <p:cNvGrpSpPr/>
        <p:nvPr/>
      </p:nvGrpSpPr>
      <p:grpSpPr>
        <a:xfrm>
          <a:off x="0" y="0"/>
          <a:ext cx="0" cy="0"/>
          <a:chOff x="0" y="0"/>
          <a:chExt cx="0" cy="0"/>
        </a:xfrm>
      </p:grpSpPr>
      <p:sp>
        <p:nvSpPr>
          <p:cNvPr id="2" name="Text Placeholder 12">
            <a:extLst>
              <a:ext uri="{FF2B5EF4-FFF2-40B4-BE49-F238E27FC236}">
                <a16:creationId xmlns:a16="http://schemas.microsoft.com/office/drawing/2014/main" id="{4F384717-39C3-4AC7-9EA1-C3EA1A638B6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dirty="0"/>
              <a:t>Click to edit secondary headline</a:t>
            </a:r>
          </a:p>
        </p:txBody>
      </p:sp>
      <p:sp>
        <p:nvSpPr>
          <p:cNvPr id="3" name="Text Placeholder 42">
            <a:extLst>
              <a:ext uri="{FF2B5EF4-FFF2-40B4-BE49-F238E27FC236}">
                <a16:creationId xmlns:a16="http://schemas.microsoft.com/office/drawing/2014/main" id="{6D6C4B20-F952-4A3C-AB73-2A06B8C3F696}"/>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dirty="0"/>
              <a:t>Click to edit headline</a:t>
            </a:r>
          </a:p>
        </p:txBody>
      </p:sp>
      <p:sp>
        <p:nvSpPr>
          <p:cNvPr id="8" name="Text Placeholder 3">
            <a:extLst>
              <a:ext uri="{FF2B5EF4-FFF2-40B4-BE49-F238E27FC236}">
                <a16:creationId xmlns:a16="http://schemas.microsoft.com/office/drawing/2014/main" id="{09C1B709-09CD-404B-B852-419096D0681C}"/>
              </a:ext>
            </a:extLst>
          </p:cNvPr>
          <p:cNvSpPr>
            <a:spLocks noGrp="1"/>
          </p:cNvSpPr>
          <p:nvPr>
            <p:ph type="body" sz="quarter" idx="12"/>
          </p:nvPr>
        </p:nvSpPr>
        <p:spPr>
          <a:xfrm>
            <a:off x="417600" y="1080000"/>
            <a:ext cx="18936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3">
            <a:extLst>
              <a:ext uri="{FF2B5EF4-FFF2-40B4-BE49-F238E27FC236}">
                <a16:creationId xmlns:a16="http://schemas.microsoft.com/office/drawing/2014/main" id="{2D9B7F28-94B8-42B4-A97D-4EBCB20F679F}"/>
              </a:ext>
            </a:extLst>
          </p:cNvPr>
          <p:cNvSpPr>
            <a:spLocks noGrp="1"/>
          </p:cNvSpPr>
          <p:nvPr>
            <p:ph type="body" sz="quarter" idx="13"/>
          </p:nvPr>
        </p:nvSpPr>
        <p:spPr>
          <a:xfrm>
            <a:off x="2556000" y="1080000"/>
            <a:ext cx="18936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3">
            <a:extLst>
              <a:ext uri="{FF2B5EF4-FFF2-40B4-BE49-F238E27FC236}">
                <a16:creationId xmlns:a16="http://schemas.microsoft.com/office/drawing/2014/main" id="{7AB4DD6D-9400-4306-8B75-2CFF920828FC}"/>
              </a:ext>
            </a:extLst>
          </p:cNvPr>
          <p:cNvSpPr>
            <a:spLocks noGrp="1"/>
          </p:cNvSpPr>
          <p:nvPr>
            <p:ph type="body" sz="quarter" idx="14"/>
          </p:nvPr>
        </p:nvSpPr>
        <p:spPr>
          <a:xfrm>
            <a:off x="4694400" y="1080000"/>
            <a:ext cx="18936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3">
            <a:extLst>
              <a:ext uri="{FF2B5EF4-FFF2-40B4-BE49-F238E27FC236}">
                <a16:creationId xmlns:a16="http://schemas.microsoft.com/office/drawing/2014/main" id="{7D6FBD4C-557B-402F-9039-EF287BD8EA52}"/>
              </a:ext>
            </a:extLst>
          </p:cNvPr>
          <p:cNvSpPr>
            <a:spLocks noGrp="1"/>
          </p:cNvSpPr>
          <p:nvPr>
            <p:ph type="body" sz="quarter" idx="15"/>
          </p:nvPr>
        </p:nvSpPr>
        <p:spPr>
          <a:xfrm>
            <a:off x="6832800" y="1080000"/>
            <a:ext cx="18936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Footer Placeholder 3">
            <a:extLst>
              <a:ext uri="{FF2B5EF4-FFF2-40B4-BE49-F238E27FC236}">
                <a16:creationId xmlns:a16="http://schemas.microsoft.com/office/drawing/2014/main" id="{CCEF9DDB-0B87-42B5-98DF-391316BABF9E}"/>
              </a:ext>
            </a:extLst>
          </p:cNvPr>
          <p:cNvSpPr>
            <a:spLocks noGrp="1"/>
          </p:cNvSpPr>
          <p:nvPr>
            <p:ph type="ftr" sz="quarter" idx="16"/>
          </p:nvPr>
        </p:nvSpPr>
        <p:spPr/>
        <p:txBody>
          <a:bodyPr/>
          <a:lstStyle/>
          <a:p>
            <a:r>
              <a:rPr lang="en-GB"/>
              <a:t>&lt;Document ID: change ID in footer or remove&gt; &lt;Change information classification in footer&gt;</a:t>
            </a:r>
            <a:endParaRPr lang="en-US"/>
          </a:p>
        </p:txBody>
      </p:sp>
    </p:spTree>
    <p:extLst>
      <p:ext uri="{BB962C8B-B14F-4D97-AF65-F5344CB8AC3E}">
        <p14:creationId xmlns:p14="http://schemas.microsoft.com/office/powerpoint/2010/main" val="434931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1_White Title Slide">
    <p:spTree>
      <p:nvGrpSpPr>
        <p:cNvPr id="1" name=""/>
        <p:cNvGrpSpPr/>
        <p:nvPr/>
      </p:nvGrpSpPr>
      <p:grpSpPr>
        <a:xfrm>
          <a:off x="0" y="0"/>
          <a:ext cx="0" cy="0"/>
          <a:chOff x="0" y="0"/>
          <a:chExt cx="0" cy="0"/>
        </a:xfrm>
      </p:grpSpPr>
      <p:sp>
        <p:nvSpPr>
          <p:cNvPr id="7" name="Text Placeholder 42">
            <a:extLst>
              <a:ext uri="{FF2B5EF4-FFF2-40B4-BE49-F238E27FC236}">
                <a16:creationId xmlns:a16="http://schemas.microsoft.com/office/drawing/2014/main" id="{A4F04206-BA94-4881-BA5F-F4855044D621}"/>
              </a:ext>
            </a:extLst>
          </p:cNvPr>
          <p:cNvSpPr>
            <a:spLocks noGrp="1"/>
          </p:cNvSpPr>
          <p:nvPr>
            <p:ph type="body" sz="quarter" idx="11" hasCustomPrompt="1"/>
          </p:nvPr>
        </p:nvSpPr>
        <p:spPr>
          <a:xfrm>
            <a:off x="367200" y="900000"/>
            <a:ext cx="8359200" cy="1980000"/>
          </a:xfrm>
          <a:prstGeom prst="rect">
            <a:avLst/>
          </a:prstGeom>
        </p:spPr>
        <p:txBody>
          <a:bodyPr lIns="0" tIns="0" rIns="0" bIns="0"/>
          <a:lstStyle>
            <a:lvl1pPr marL="0" indent="0">
              <a:spcBef>
                <a:spcPts val="0"/>
              </a:spcBef>
              <a:spcAft>
                <a:spcPts val="600"/>
              </a:spcAft>
              <a:buNone/>
              <a:defRPr sz="6600" baseline="0">
                <a:solidFill>
                  <a:schemeClr val="tx1"/>
                </a:solidFill>
                <a:latin typeface="Nokia Pure Headline Ultra Light" panose="020B0204020202020204" pitchFamily="34" charset="0"/>
              </a:defRPr>
            </a:lvl1pPr>
          </a:lstStyle>
          <a:p>
            <a:pPr lvl="0"/>
            <a:r>
              <a:rPr lang="en-US" dirty="0"/>
              <a:t>Main headline in sentence case here</a:t>
            </a:r>
          </a:p>
        </p:txBody>
      </p:sp>
      <p:sp>
        <p:nvSpPr>
          <p:cNvPr id="8" name="Text Placeholder 3">
            <a:extLst>
              <a:ext uri="{FF2B5EF4-FFF2-40B4-BE49-F238E27FC236}">
                <a16:creationId xmlns:a16="http://schemas.microsoft.com/office/drawing/2014/main" id="{82395FE5-ACED-4CF9-93C7-742199141AC5}"/>
              </a:ext>
            </a:extLst>
          </p:cNvPr>
          <p:cNvSpPr>
            <a:spLocks noGrp="1"/>
          </p:cNvSpPr>
          <p:nvPr>
            <p:ph type="body" sz="quarter" idx="12"/>
          </p:nvPr>
        </p:nvSpPr>
        <p:spPr>
          <a:xfrm>
            <a:off x="434502" y="3060000"/>
            <a:ext cx="8291898" cy="1576800"/>
          </a:xfrm>
          <a:prstGeom prst="rect">
            <a:avLst/>
          </a:prstGeom>
        </p:spPr>
        <p:txBody>
          <a:bodyPr lIns="0" tIns="0" rIns="0" bIns="0">
            <a:normAutofit/>
          </a:bodyPr>
          <a:lstStyle>
            <a:lvl1pPr marL="0" indent="0">
              <a:spcBef>
                <a:spcPts val="0"/>
              </a:spcBef>
              <a:spcAft>
                <a:spcPts val="600"/>
              </a:spcAft>
              <a:buFont typeface="Arial" panose="020B0604020202020204" pitchFamily="34" charset="0"/>
              <a:buNone/>
              <a:defRPr sz="1600">
                <a:solidFill>
                  <a:schemeClr val="tx1"/>
                </a:solidFill>
                <a:latin typeface="Nokia Pure Text Light" panose="020B0403020202020204" pitchFamily="34" charset="0"/>
                <a:ea typeface="Nokia Pure Text Light" panose="020B0403020202020204" pitchFamily="34" charset="0"/>
              </a:defRPr>
            </a:lvl1pPr>
            <a:lvl2pPr marL="230400" indent="0">
              <a:spcBef>
                <a:spcPts val="0"/>
              </a:spcBef>
              <a:spcAft>
                <a:spcPts val="600"/>
              </a:spcAft>
              <a:buNone/>
              <a:defRPr sz="1400">
                <a:solidFill>
                  <a:schemeClr val="tx1"/>
                </a:solidFill>
                <a:latin typeface="Nokia Pure Text Light" panose="020B0403020202020204" pitchFamily="34" charset="0"/>
                <a:ea typeface="Nokia Pure Text Light" panose="020B0403020202020204" pitchFamily="34" charset="0"/>
              </a:defRPr>
            </a:lvl2pPr>
            <a:lvl3pPr marL="462600" indent="0">
              <a:spcBef>
                <a:spcPts val="0"/>
              </a:spcBef>
              <a:spcAft>
                <a:spcPts val="600"/>
              </a:spcAft>
              <a:buNone/>
              <a:defRPr sz="1200">
                <a:solidFill>
                  <a:schemeClr val="tx1"/>
                </a:solidFill>
                <a:latin typeface="Nokia Pure Text Light" panose="020B0403020202020204" pitchFamily="34" charset="0"/>
                <a:ea typeface="Nokia Pure Text Light" panose="020B0403020202020204" pitchFamily="34" charset="0"/>
              </a:defRPr>
            </a:lvl3pPr>
            <a:lvl4pPr marL="693000" indent="0">
              <a:spcBef>
                <a:spcPts val="0"/>
              </a:spcBef>
              <a:spcAft>
                <a:spcPts val="600"/>
              </a:spcAft>
              <a:buNone/>
              <a:defRPr sz="1000">
                <a:solidFill>
                  <a:schemeClr val="tx1"/>
                </a:solidFill>
                <a:latin typeface="Nokia Pure Text Light" panose="020B0403020202020204" pitchFamily="34" charset="0"/>
                <a:ea typeface="Nokia Pure Text Light" panose="020B0403020202020204" pitchFamily="34" charset="0"/>
              </a:defRPr>
            </a:lvl4pPr>
            <a:lvl5pPr marL="923400" indent="0">
              <a:spcBef>
                <a:spcPts val="0"/>
              </a:spcBef>
              <a:spcAft>
                <a:spcPts val="600"/>
              </a:spcAft>
              <a:buFont typeface="Arial" panose="020B0604020202020204" pitchFamily="34" charset="0"/>
              <a:buNone/>
              <a:defRPr sz="900">
                <a:solidFill>
                  <a:schemeClr val="tx1"/>
                </a:solidFill>
                <a:latin typeface="Nokia Pure Text Light" panose="020B0403020202020204" pitchFamily="34" charset="0"/>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441332EC-6B80-4828-AE81-B63F414EEB65}"/>
              </a:ext>
            </a:extLst>
          </p:cNvPr>
          <p:cNvSpPr>
            <a:spLocks noGrp="1"/>
          </p:cNvSpPr>
          <p:nvPr>
            <p:ph type="ftr" sz="quarter" idx="13"/>
          </p:nvPr>
        </p:nvSpPr>
        <p:spPr>
          <a:xfrm>
            <a:off x="2304000" y="4816800"/>
            <a:ext cx="4536000" cy="122400"/>
          </a:xfrm>
          <a:prstGeom prst="rect">
            <a:avLst/>
          </a:prstGeom>
        </p:spPr>
        <p:txBody>
          <a:bodyPr/>
          <a:lstStyle/>
          <a:p>
            <a:r>
              <a:rPr lang="en-GB"/>
              <a:t>&lt;Document ID: change ID in footer or remove&gt; &lt;Change information classification in footer&gt;</a:t>
            </a:r>
            <a:endParaRPr lang="en-US"/>
          </a:p>
        </p:txBody>
      </p:sp>
      <p:pic>
        <p:nvPicPr>
          <p:cNvPr id="9" name="Picture 8">
            <a:extLst>
              <a:ext uri="{FF2B5EF4-FFF2-40B4-BE49-F238E27FC236}">
                <a16:creationId xmlns:a16="http://schemas.microsoft.com/office/drawing/2014/main" id="{B2A079B4-2296-4AF6-9A4A-00A11E579D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9200" y="36000"/>
            <a:ext cx="1599250" cy="673200"/>
          </a:xfrm>
          <a:prstGeom prst="rect">
            <a:avLst/>
          </a:prstGeom>
        </p:spPr>
      </p:pic>
    </p:spTree>
    <p:extLst>
      <p:ext uri="{BB962C8B-B14F-4D97-AF65-F5344CB8AC3E}">
        <p14:creationId xmlns:p14="http://schemas.microsoft.com/office/powerpoint/2010/main" val="1486873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1_Blue Title Slide">
    <p:bg>
      <p:bgPr>
        <a:solidFill>
          <a:schemeClr val="tx1"/>
        </a:solidFill>
        <a:effectLst/>
      </p:bgPr>
    </p:bg>
    <p:spTree>
      <p:nvGrpSpPr>
        <p:cNvPr id="1" name=""/>
        <p:cNvGrpSpPr/>
        <p:nvPr/>
      </p:nvGrpSpPr>
      <p:grpSpPr>
        <a:xfrm>
          <a:off x="0" y="0"/>
          <a:ext cx="0" cy="0"/>
          <a:chOff x="0" y="0"/>
          <a:chExt cx="0" cy="0"/>
        </a:xfrm>
      </p:grpSpPr>
      <p:sp>
        <p:nvSpPr>
          <p:cNvPr id="7" name="Text Placeholder 42">
            <a:extLst>
              <a:ext uri="{FF2B5EF4-FFF2-40B4-BE49-F238E27FC236}">
                <a16:creationId xmlns:a16="http://schemas.microsoft.com/office/drawing/2014/main" id="{A4F04206-BA94-4881-BA5F-F4855044D621}"/>
              </a:ext>
            </a:extLst>
          </p:cNvPr>
          <p:cNvSpPr>
            <a:spLocks noGrp="1"/>
          </p:cNvSpPr>
          <p:nvPr>
            <p:ph type="body" sz="quarter" idx="11" hasCustomPrompt="1"/>
          </p:nvPr>
        </p:nvSpPr>
        <p:spPr>
          <a:xfrm>
            <a:off x="367200" y="900000"/>
            <a:ext cx="8359200" cy="1980000"/>
          </a:xfrm>
          <a:prstGeom prst="rect">
            <a:avLst/>
          </a:prstGeom>
        </p:spPr>
        <p:txBody>
          <a:bodyPr lIns="0" tIns="0" rIns="0" bIns="0"/>
          <a:lstStyle>
            <a:lvl1pPr marL="0" indent="0">
              <a:spcBef>
                <a:spcPts val="0"/>
              </a:spcBef>
              <a:spcAft>
                <a:spcPts val="600"/>
              </a:spcAft>
              <a:buNone/>
              <a:defRPr sz="6600" baseline="0">
                <a:solidFill>
                  <a:schemeClr val="bg1"/>
                </a:solidFill>
                <a:latin typeface="Nokia Pure Headline Ultra Light" panose="020B0204020202020204" pitchFamily="34" charset="0"/>
              </a:defRPr>
            </a:lvl1pPr>
          </a:lstStyle>
          <a:p>
            <a:pPr lvl="0"/>
            <a:r>
              <a:rPr lang="en-US" dirty="0"/>
              <a:t>Main headline in sentence case here</a:t>
            </a:r>
          </a:p>
        </p:txBody>
      </p:sp>
      <p:sp>
        <p:nvSpPr>
          <p:cNvPr id="8" name="Text Placeholder 3">
            <a:extLst>
              <a:ext uri="{FF2B5EF4-FFF2-40B4-BE49-F238E27FC236}">
                <a16:creationId xmlns:a16="http://schemas.microsoft.com/office/drawing/2014/main" id="{82395FE5-ACED-4CF9-93C7-742199141AC5}"/>
              </a:ext>
            </a:extLst>
          </p:cNvPr>
          <p:cNvSpPr>
            <a:spLocks noGrp="1"/>
          </p:cNvSpPr>
          <p:nvPr>
            <p:ph type="body" sz="quarter" idx="12"/>
          </p:nvPr>
        </p:nvSpPr>
        <p:spPr>
          <a:xfrm>
            <a:off x="417600" y="3060000"/>
            <a:ext cx="8308800" cy="1576800"/>
          </a:xfrm>
          <a:prstGeom prst="rect">
            <a:avLst/>
          </a:prstGeom>
        </p:spPr>
        <p:txBody>
          <a:bodyPr lIns="0" tIns="0" rIns="0" bIns="0">
            <a:normAutofit/>
          </a:bodyPr>
          <a:lstStyle>
            <a:lvl1pPr marL="0" indent="0">
              <a:spcBef>
                <a:spcPts val="0"/>
              </a:spcBef>
              <a:spcAft>
                <a:spcPts val="600"/>
              </a:spcAft>
              <a:buFont typeface="Arial" panose="020B0604020202020204" pitchFamily="34" charset="0"/>
              <a:buNone/>
              <a:defRPr sz="1600">
                <a:solidFill>
                  <a:schemeClr val="bg1"/>
                </a:solidFill>
                <a:latin typeface="Nokia Pure Text Light" panose="020B0403020202020204" pitchFamily="34" charset="0"/>
                <a:ea typeface="Nokia Pure Text Light" panose="020B0403020202020204" pitchFamily="34" charset="0"/>
              </a:defRPr>
            </a:lvl1pPr>
            <a:lvl2pPr marL="230400" indent="0">
              <a:spcBef>
                <a:spcPts val="0"/>
              </a:spcBef>
              <a:spcAft>
                <a:spcPts val="600"/>
              </a:spcAft>
              <a:buNone/>
              <a:defRPr sz="1400">
                <a:solidFill>
                  <a:schemeClr val="bg1"/>
                </a:solidFill>
                <a:latin typeface="Nokia Pure Text Light" panose="020B0403020202020204" pitchFamily="34" charset="0"/>
                <a:ea typeface="Nokia Pure Text Light" panose="020B0403020202020204" pitchFamily="34" charset="0"/>
              </a:defRPr>
            </a:lvl2pPr>
            <a:lvl3pPr marL="462600" indent="0">
              <a:spcBef>
                <a:spcPts val="0"/>
              </a:spcBef>
              <a:spcAft>
                <a:spcPts val="600"/>
              </a:spcAft>
              <a:buNone/>
              <a:defRPr sz="1200">
                <a:solidFill>
                  <a:schemeClr val="bg1"/>
                </a:solidFill>
                <a:latin typeface="Nokia Pure Text Light" panose="020B0403020202020204" pitchFamily="34" charset="0"/>
                <a:ea typeface="Nokia Pure Text Light" panose="020B0403020202020204" pitchFamily="34" charset="0"/>
              </a:defRPr>
            </a:lvl3pPr>
            <a:lvl4pPr marL="693000" indent="0">
              <a:spcBef>
                <a:spcPts val="0"/>
              </a:spcBef>
              <a:spcAft>
                <a:spcPts val="600"/>
              </a:spcAft>
              <a:buNone/>
              <a:defRPr sz="1000">
                <a:solidFill>
                  <a:schemeClr val="bg1"/>
                </a:solidFill>
                <a:latin typeface="Nokia Pure Text Light" panose="020B0403020202020204" pitchFamily="34" charset="0"/>
                <a:ea typeface="Nokia Pure Text Light" panose="020B0403020202020204" pitchFamily="34" charset="0"/>
              </a:defRPr>
            </a:lvl4pPr>
            <a:lvl5pPr marL="923400" indent="0">
              <a:spcBef>
                <a:spcPts val="0"/>
              </a:spcBef>
              <a:spcAft>
                <a:spcPts val="600"/>
              </a:spcAft>
              <a:buFont typeface="Arial" panose="020B0604020202020204" pitchFamily="34" charset="0"/>
              <a:buNone/>
              <a:defRPr sz="900">
                <a:solidFill>
                  <a:schemeClr val="bg1"/>
                </a:solidFill>
                <a:latin typeface="Nokia Pure Text Light" panose="020B0403020202020204" pitchFamily="34" charset="0"/>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a:extLst>
              <a:ext uri="{FF2B5EF4-FFF2-40B4-BE49-F238E27FC236}">
                <a16:creationId xmlns:a16="http://schemas.microsoft.com/office/drawing/2014/main" id="{37354AD9-06FB-4C15-A48D-5001BBC6FF5E}"/>
              </a:ext>
            </a:extLst>
          </p:cNvPr>
          <p:cNvSpPr>
            <a:spLocks noGrp="1"/>
          </p:cNvSpPr>
          <p:nvPr>
            <p:ph type="ftr" sz="quarter" idx="13"/>
          </p:nvPr>
        </p:nvSpPr>
        <p:spPr/>
        <p:txBody>
          <a:bodyPr/>
          <a:lstStyle/>
          <a:p>
            <a:r>
              <a:rPr lang="en-GB"/>
              <a:t>&lt;Document ID: change ID in footer or remove&gt; &lt;Change information classification in footer&gt;</a:t>
            </a:r>
            <a:endParaRPr lang="en-US"/>
          </a:p>
        </p:txBody>
      </p:sp>
      <p:pic>
        <p:nvPicPr>
          <p:cNvPr id="6" name="Picture 5">
            <a:extLst>
              <a:ext uri="{FF2B5EF4-FFF2-40B4-BE49-F238E27FC236}">
                <a16:creationId xmlns:a16="http://schemas.microsoft.com/office/drawing/2014/main" id="{881DDC49-8DAE-42EA-847C-6ED7E3A1DDB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9988" y="34045"/>
            <a:ext cx="1589956" cy="669288"/>
          </a:xfrm>
          <a:prstGeom prst="rect">
            <a:avLst/>
          </a:prstGeom>
        </p:spPr>
      </p:pic>
    </p:spTree>
    <p:extLst>
      <p:ext uri="{BB962C8B-B14F-4D97-AF65-F5344CB8AC3E}">
        <p14:creationId xmlns:p14="http://schemas.microsoft.com/office/powerpoint/2010/main" val="5781867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2_Blue Text Layout">
    <p:bg>
      <p:bgPr>
        <a:solidFill>
          <a:schemeClr val="tx1"/>
        </a:solidFill>
        <a:effectLst/>
      </p:bgPr>
    </p:bg>
    <p:spTree>
      <p:nvGrpSpPr>
        <p:cNvPr id="1" name=""/>
        <p:cNvGrpSpPr/>
        <p:nvPr/>
      </p:nvGrpSpPr>
      <p:grpSpPr>
        <a:xfrm>
          <a:off x="0" y="0"/>
          <a:ext cx="0" cy="0"/>
          <a:chOff x="0" y="0"/>
          <a:chExt cx="0" cy="0"/>
        </a:xfrm>
      </p:grpSpPr>
      <p:sp>
        <p:nvSpPr>
          <p:cNvPr id="11" name="Text Placeholder 12">
            <a:extLst>
              <a:ext uri="{FF2B5EF4-FFF2-40B4-BE49-F238E27FC236}">
                <a16:creationId xmlns:a16="http://schemas.microsoft.com/office/drawing/2014/main" id="{201F9EFC-1397-476F-AC8D-B29C394E445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1"/>
                </a:solidFill>
                <a:latin typeface="Nokia Pure Headline Light" panose="020B0304020202020204" pitchFamily="34" charset="0"/>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dirty="0"/>
              <a:t>Click to edit secondary headline</a:t>
            </a:r>
          </a:p>
        </p:txBody>
      </p:sp>
      <p:sp>
        <p:nvSpPr>
          <p:cNvPr id="12" name="Text Placeholder 42">
            <a:extLst>
              <a:ext uri="{FF2B5EF4-FFF2-40B4-BE49-F238E27FC236}">
                <a16:creationId xmlns:a16="http://schemas.microsoft.com/office/drawing/2014/main" id="{B5196263-821B-4B0A-B8F0-F314EF3ADF08}"/>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bg1"/>
                </a:solidFill>
                <a:latin typeface="Nokia Pure Headline Light" panose="020B0304020202020204" pitchFamily="34" charset="0"/>
              </a:defRPr>
            </a:lvl1pPr>
          </a:lstStyle>
          <a:p>
            <a:pPr lvl="0"/>
            <a:r>
              <a:rPr lang="en-US" dirty="0"/>
              <a:t>Click to edit headline</a:t>
            </a:r>
          </a:p>
        </p:txBody>
      </p:sp>
      <p:sp>
        <p:nvSpPr>
          <p:cNvPr id="13" name="Text Placeholder 3">
            <a:extLst>
              <a:ext uri="{FF2B5EF4-FFF2-40B4-BE49-F238E27FC236}">
                <a16:creationId xmlns:a16="http://schemas.microsoft.com/office/drawing/2014/main" id="{1252EEB5-B067-4FF5-9D6E-45AD7724914D}"/>
              </a:ext>
            </a:extLst>
          </p:cNvPr>
          <p:cNvSpPr>
            <a:spLocks noGrp="1"/>
          </p:cNvSpPr>
          <p:nvPr>
            <p:ph type="body" sz="quarter" idx="12"/>
          </p:nvPr>
        </p:nvSpPr>
        <p:spPr>
          <a:xfrm>
            <a:off x="417600" y="1080000"/>
            <a:ext cx="8308800" cy="3560400"/>
          </a:xfrm>
          <a:prstGeom prst="rect">
            <a:avLst/>
          </a:prstGeom>
        </p:spPr>
        <p:txBody>
          <a:bodyPr lIns="0" tIns="0" rIns="0" bIns="0">
            <a:normAutofit/>
          </a:bodyPr>
          <a:lstStyle>
            <a:lvl1pPr marL="0" indent="0">
              <a:spcBef>
                <a:spcPts val="0"/>
              </a:spcBef>
              <a:spcAft>
                <a:spcPts val="600"/>
              </a:spcAft>
              <a:buNone/>
              <a:defRPr sz="1600">
                <a:solidFill>
                  <a:schemeClr val="bg1"/>
                </a:solidFill>
                <a:latin typeface="Nokia Pure Text Light" panose="020B0403020202020204" pitchFamily="34" charset="0"/>
                <a:ea typeface="Nokia Pure Text Light" panose="020B0403020202020204" pitchFamily="34" charset="0"/>
              </a:defRPr>
            </a:lvl1pPr>
            <a:lvl2pPr marL="230400" indent="0">
              <a:spcBef>
                <a:spcPts val="0"/>
              </a:spcBef>
              <a:spcAft>
                <a:spcPts val="600"/>
              </a:spcAft>
              <a:buNone/>
              <a:defRPr sz="1400">
                <a:solidFill>
                  <a:schemeClr val="bg1"/>
                </a:solidFill>
                <a:latin typeface="Nokia Pure Text Light" panose="020B0403020202020204" pitchFamily="34" charset="0"/>
                <a:ea typeface="Nokia Pure Text Light" panose="020B0403020202020204" pitchFamily="34" charset="0"/>
              </a:defRPr>
            </a:lvl2pPr>
            <a:lvl3pPr marL="462600" indent="0">
              <a:spcBef>
                <a:spcPts val="0"/>
              </a:spcBef>
              <a:spcAft>
                <a:spcPts val="600"/>
              </a:spcAft>
              <a:buNone/>
              <a:defRPr sz="1200">
                <a:solidFill>
                  <a:schemeClr val="bg1"/>
                </a:solidFill>
                <a:latin typeface="Nokia Pure Text Light" panose="020B0403020202020204" pitchFamily="34" charset="0"/>
                <a:ea typeface="Nokia Pure Text Light" panose="020B0403020202020204" pitchFamily="34" charset="0"/>
              </a:defRPr>
            </a:lvl3pPr>
            <a:lvl4pPr marL="693000" indent="0">
              <a:spcBef>
                <a:spcPts val="0"/>
              </a:spcBef>
              <a:spcAft>
                <a:spcPts val="600"/>
              </a:spcAft>
              <a:buNone/>
              <a:defRPr sz="1000">
                <a:solidFill>
                  <a:schemeClr val="bg1"/>
                </a:solidFill>
                <a:latin typeface="Nokia Pure Text Light" panose="020B0403020202020204" pitchFamily="34" charset="0"/>
                <a:ea typeface="Nokia Pure Text Light" panose="020B0403020202020204" pitchFamily="34" charset="0"/>
              </a:defRPr>
            </a:lvl4pPr>
            <a:lvl5pPr marL="923400" indent="0">
              <a:spcBef>
                <a:spcPts val="0"/>
              </a:spcBef>
              <a:spcAft>
                <a:spcPts val="600"/>
              </a:spcAft>
              <a:buFont typeface="Arial" panose="020B0604020202020204" pitchFamily="34" charset="0"/>
              <a:buNone/>
              <a:defRPr sz="800">
                <a:solidFill>
                  <a:schemeClr val="bg1"/>
                </a:solidFill>
                <a:latin typeface="Nokia Pure Text Light" panose="020B0403020202020204" pitchFamily="34" charset="0"/>
                <a:ea typeface="Nokia Pure Text Light" panose="020B0403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a:extLst>
              <a:ext uri="{FF2B5EF4-FFF2-40B4-BE49-F238E27FC236}">
                <a16:creationId xmlns:a16="http://schemas.microsoft.com/office/drawing/2014/main" id="{0A9673B1-D3FB-43B2-8D91-D053CDDCAFBD}"/>
              </a:ext>
            </a:extLst>
          </p:cNvPr>
          <p:cNvSpPr>
            <a:spLocks noGrp="1"/>
          </p:cNvSpPr>
          <p:nvPr>
            <p:ph type="ftr" sz="quarter" idx="13"/>
          </p:nvPr>
        </p:nvSpPr>
        <p:spPr/>
        <p:txBody>
          <a:bodyPr/>
          <a:lstStyle/>
          <a:p>
            <a:r>
              <a:rPr lang="en-GB"/>
              <a:t>&lt;Document ID: change ID in footer or remove&gt; &lt;Change information classification in footer&gt;</a:t>
            </a:r>
            <a:endParaRPr lang="en-US"/>
          </a:p>
        </p:txBody>
      </p:sp>
      <p:pic>
        <p:nvPicPr>
          <p:cNvPr id="8" name="Picture 7">
            <a:extLst>
              <a:ext uri="{FF2B5EF4-FFF2-40B4-BE49-F238E27FC236}">
                <a16:creationId xmlns:a16="http://schemas.microsoft.com/office/drawing/2014/main" id="{A29504A1-6308-446D-B073-C43CF250BB6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75813" y="4648933"/>
            <a:ext cx="1009152" cy="424800"/>
          </a:xfrm>
          <a:prstGeom prst="rect">
            <a:avLst/>
          </a:prstGeom>
        </p:spPr>
      </p:pic>
    </p:spTree>
    <p:extLst>
      <p:ext uri="{BB962C8B-B14F-4D97-AF65-F5344CB8AC3E}">
        <p14:creationId xmlns:p14="http://schemas.microsoft.com/office/powerpoint/2010/main" val="41776905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1_Blue End Slide">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49010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1_White End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3916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1_Gray Text Layout">
    <p:bg>
      <p:bgPr>
        <a:solidFill>
          <a:schemeClr val="accent1"/>
        </a:solidFill>
        <a:effectLst/>
      </p:bgPr>
    </p:bg>
    <p:spTree>
      <p:nvGrpSpPr>
        <p:cNvPr id="1" name=""/>
        <p:cNvGrpSpPr/>
        <p:nvPr/>
      </p:nvGrpSpPr>
      <p:grpSpPr>
        <a:xfrm>
          <a:off x="0" y="0"/>
          <a:ext cx="0" cy="0"/>
          <a:chOff x="0" y="0"/>
          <a:chExt cx="0" cy="0"/>
        </a:xfrm>
      </p:grpSpPr>
      <p:sp>
        <p:nvSpPr>
          <p:cNvPr id="11" name="Text Placeholder 12">
            <a:extLst>
              <a:ext uri="{FF2B5EF4-FFF2-40B4-BE49-F238E27FC236}">
                <a16:creationId xmlns:a16="http://schemas.microsoft.com/office/drawing/2014/main" id="{201F9EFC-1397-476F-AC8D-B29C394E445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1"/>
                </a:solidFill>
                <a:latin typeface="Nokia Pure Headline Light" panose="020B0304020202020204" pitchFamily="34" charset="0"/>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dirty="0"/>
              <a:t>Click to edit secondary headline</a:t>
            </a:r>
          </a:p>
        </p:txBody>
      </p:sp>
      <p:sp>
        <p:nvSpPr>
          <p:cNvPr id="12" name="Text Placeholder 42">
            <a:extLst>
              <a:ext uri="{FF2B5EF4-FFF2-40B4-BE49-F238E27FC236}">
                <a16:creationId xmlns:a16="http://schemas.microsoft.com/office/drawing/2014/main" id="{B5196263-821B-4B0A-B8F0-F314EF3ADF08}"/>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bg1"/>
                </a:solidFill>
                <a:latin typeface="Nokia Pure Headline Light" panose="020B0304020202020204" pitchFamily="34" charset="0"/>
              </a:defRPr>
            </a:lvl1pPr>
          </a:lstStyle>
          <a:p>
            <a:pPr lvl="0"/>
            <a:r>
              <a:rPr lang="en-US" dirty="0"/>
              <a:t>Click to edit headline</a:t>
            </a:r>
          </a:p>
        </p:txBody>
      </p:sp>
      <p:sp>
        <p:nvSpPr>
          <p:cNvPr id="13" name="Text Placeholder 3">
            <a:extLst>
              <a:ext uri="{FF2B5EF4-FFF2-40B4-BE49-F238E27FC236}">
                <a16:creationId xmlns:a16="http://schemas.microsoft.com/office/drawing/2014/main" id="{1252EEB5-B067-4FF5-9D6E-45AD7724914D}"/>
              </a:ext>
            </a:extLst>
          </p:cNvPr>
          <p:cNvSpPr>
            <a:spLocks noGrp="1"/>
          </p:cNvSpPr>
          <p:nvPr>
            <p:ph type="body" sz="quarter" idx="12"/>
          </p:nvPr>
        </p:nvSpPr>
        <p:spPr>
          <a:xfrm>
            <a:off x="417600" y="1080000"/>
            <a:ext cx="8308800" cy="3560400"/>
          </a:xfrm>
          <a:prstGeom prst="rect">
            <a:avLst/>
          </a:prstGeom>
        </p:spPr>
        <p:txBody>
          <a:bodyPr lIns="0" tIns="0" rIns="0" bIns="0">
            <a:normAutofit/>
          </a:bodyPr>
          <a:lstStyle>
            <a:lvl1pPr marL="0" indent="0">
              <a:spcBef>
                <a:spcPts val="0"/>
              </a:spcBef>
              <a:spcAft>
                <a:spcPts val="600"/>
              </a:spcAft>
              <a:buNone/>
              <a:defRPr sz="1600">
                <a:solidFill>
                  <a:schemeClr val="bg1"/>
                </a:solidFill>
                <a:latin typeface="Nokia Pure Text Light" panose="020B0403020202020204" pitchFamily="34" charset="0"/>
                <a:ea typeface="Nokia Pure Text Light" panose="020B0403020202020204" pitchFamily="34" charset="0"/>
              </a:defRPr>
            </a:lvl1pPr>
            <a:lvl2pPr marL="230400" indent="0">
              <a:spcBef>
                <a:spcPts val="0"/>
              </a:spcBef>
              <a:spcAft>
                <a:spcPts val="600"/>
              </a:spcAft>
              <a:buNone/>
              <a:defRPr sz="1400">
                <a:solidFill>
                  <a:schemeClr val="bg1"/>
                </a:solidFill>
                <a:latin typeface="Nokia Pure Text Light" panose="020B0403020202020204" pitchFamily="34" charset="0"/>
                <a:ea typeface="Nokia Pure Text Light" panose="020B0403020202020204" pitchFamily="34" charset="0"/>
              </a:defRPr>
            </a:lvl2pPr>
            <a:lvl3pPr marL="462600" indent="0">
              <a:spcBef>
                <a:spcPts val="0"/>
              </a:spcBef>
              <a:spcAft>
                <a:spcPts val="600"/>
              </a:spcAft>
              <a:buNone/>
              <a:defRPr sz="1200">
                <a:solidFill>
                  <a:schemeClr val="bg1"/>
                </a:solidFill>
                <a:latin typeface="Nokia Pure Text Light" panose="020B0403020202020204" pitchFamily="34" charset="0"/>
                <a:ea typeface="Nokia Pure Text Light" panose="020B0403020202020204" pitchFamily="34" charset="0"/>
              </a:defRPr>
            </a:lvl3pPr>
            <a:lvl4pPr marL="693000" indent="0">
              <a:spcBef>
                <a:spcPts val="0"/>
              </a:spcBef>
              <a:spcAft>
                <a:spcPts val="600"/>
              </a:spcAft>
              <a:buNone/>
              <a:defRPr sz="1000">
                <a:solidFill>
                  <a:schemeClr val="bg1"/>
                </a:solidFill>
                <a:latin typeface="Nokia Pure Text Light" panose="020B0403020202020204" pitchFamily="34" charset="0"/>
                <a:ea typeface="Nokia Pure Text Light" panose="020B0403020202020204" pitchFamily="34" charset="0"/>
              </a:defRPr>
            </a:lvl4pPr>
            <a:lvl5pPr marL="923400" indent="0">
              <a:spcBef>
                <a:spcPts val="0"/>
              </a:spcBef>
              <a:spcAft>
                <a:spcPts val="600"/>
              </a:spcAft>
              <a:buFont typeface="Arial" panose="020B0604020202020204" pitchFamily="34" charset="0"/>
              <a:buNone/>
              <a:defRPr sz="800">
                <a:solidFill>
                  <a:schemeClr val="bg1"/>
                </a:solidFill>
                <a:latin typeface="Nokia Pure Text Light" panose="020B0403020202020204" pitchFamily="34" charset="0"/>
                <a:ea typeface="Nokia Pure Text Light" panose="020B0403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a:extLst>
              <a:ext uri="{FF2B5EF4-FFF2-40B4-BE49-F238E27FC236}">
                <a16:creationId xmlns:a16="http://schemas.microsoft.com/office/drawing/2014/main" id="{422E6FA3-ED47-4E0C-B044-550E170D1A0B}"/>
              </a:ext>
            </a:extLst>
          </p:cNvPr>
          <p:cNvSpPr>
            <a:spLocks noGrp="1"/>
          </p:cNvSpPr>
          <p:nvPr>
            <p:ph type="ftr" sz="quarter" idx="13"/>
          </p:nvPr>
        </p:nvSpPr>
        <p:spPr/>
        <p:txBody>
          <a:bodyPr/>
          <a:lstStyle/>
          <a:p>
            <a:r>
              <a:rPr lang="en-GB"/>
              <a:t>&lt;Document ID: change ID in footer or remove&gt; &lt;Change information classification in footer&gt;</a:t>
            </a:r>
            <a:endParaRPr lang="en-US"/>
          </a:p>
        </p:txBody>
      </p:sp>
    </p:spTree>
    <p:extLst>
      <p:ext uri="{BB962C8B-B14F-4D97-AF65-F5344CB8AC3E}">
        <p14:creationId xmlns:p14="http://schemas.microsoft.com/office/powerpoint/2010/main" val="38541496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2_Gray Blank">
    <p:bg>
      <p:bgPr>
        <a:solidFill>
          <a:schemeClr val="accent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E24E133-AF05-4EA9-B8C1-517DA46C9D21}"/>
              </a:ext>
            </a:extLst>
          </p:cNvPr>
          <p:cNvSpPr>
            <a:spLocks noGrp="1"/>
          </p:cNvSpPr>
          <p:nvPr>
            <p:ph type="ftr" sz="quarter" idx="12"/>
          </p:nvPr>
        </p:nvSpPr>
        <p:spPr/>
        <p:txBody>
          <a:bodyPr/>
          <a:lstStyle/>
          <a:p>
            <a:r>
              <a:rPr lang="en-GB" dirty="0"/>
              <a:t>&lt;Document ID: change ID in footer or remove&gt; &lt;Change information classification in footer&gt;</a:t>
            </a:r>
            <a:endParaRPr lang="en-US" dirty="0"/>
          </a:p>
        </p:txBody>
      </p:sp>
    </p:spTree>
    <p:extLst>
      <p:ext uri="{BB962C8B-B14F-4D97-AF65-F5344CB8AC3E}">
        <p14:creationId xmlns:p14="http://schemas.microsoft.com/office/powerpoint/2010/main" val="19354863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3_Gray Divider Slide">
    <p:bg>
      <p:bgPr>
        <a:solidFill>
          <a:schemeClr val="accent1"/>
        </a:solidFill>
        <a:effectLst/>
      </p:bgPr>
    </p:bg>
    <p:spTree>
      <p:nvGrpSpPr>
        <p:cNvPr id="1" name=""/>
        <p:cNvGrpSpPr/>
        <p:nvPr/>
      </p:nvGrpSpPr>
      <p:grpSpPr>
        <a:xfrm>
          <a:off x="0" y="0"/>
          <a:ext cx="0" cy="0"/>
          <a:chOff x="0" y="0"/>
          <a:chExt cx="0" cy="0"/>
        </a:xfrm>
      </p:grpSpPr>
      <p:sp>
        <p:nvSpPr>
          <p:cNvPr id="12" name="Text Placeholder 42">
            <a:extLst>
              <a:ext uri="{FF2B5EF4-FFF2-40B4-BE49-F238E27FC236}">
                <a16:creationId xmlns:a16="http://schemas.microsoft.com/office/drawing/2014/main" id="{B5196263-821B-4B0A-B8F0-F314EF3ADF08}"/>
              </a:ext>
            </a:extLst>
          </p:cNvPr>
          <p:cNvSpPr>
            <a:spLocks noGrp="1"/>
          </p:cNvSpPr>
          <p:nvPr>
            <p:ph type="body" sz="quarter" idx="11" hasCustomPrompt="1"/>
          </p:nvPr>
        </p:nvSpPr>
        <p:spPr>
          <a:xfrm>
            <a:off x="417600" y="280799"/>
            <a:ext cx="8308800" cy="1760501"/>
          </a:xfrm>
          <a:prstGeom prst="rect">
            <a:avLst/>
          </a:prstGeom>
        </p:spPr>
        <p:txBody>
          <a:bodyPr lIns="0" tIns="0" rIns="0" bIns="0"/>
          <a:lstStyle>
            <a:lvl1pPr marL="0" indent="0">
              <a:buNone/>
              <a:defRPr sz="4400" baseline="0">
                <a:solidFill>
                  <a:schemeClr val="bg1"/>
                </a:solidFill>
                <a:latin typeface="Nokia Pure Headline Ultra Light" panose="020B0204020202020204" pitchFamily="34" charset="0"/>
              </a:defRPr>
            </a:lvl1pPr>
          </a:lstStyle>
          <a:p>
            <a:pPr lvl="0"/>
            <a:r>
              <a:rPr lang="en-US" dirty="0"/>
              <a:t>Click to edit headline</a:t>
            </a:r>
          </a:p>
        </p:txBody>
      </p:sp>
      <p:sp>
        <p:nvSpPr>
          <p:cNvPr id="4" name="Footer Placeholder 3">
            <a:extLst>
              <a:ext uri="{FF2B5EF4-FFF2-40B4-BE49-F238E27FC236}">
                <a16:creationId xmlns:a16="http://schemas.microsoft.com/office/drawing/2014/main" id="{8E24E133-AF05-4EA9-B8C1-517DA46C9D21}"/>
              </a:ext>
            </a:extLst>
          </p:cNvPr>
          <p:cNvSpPr>
            <a:spLocks noGrp="1"/>
          </p:cNvSpPr>
          <p:nvPr>
            <p:ph type="ftr" sz="quarter" idx="12"/>
          </p:nvPr>
        </p:nvSpPr>
        <p:spPr/>
        <p:txBody>
          <a:bodyPr/>
          <a:lstStyle/>
          <a:p>
            <a:r>
              <a:rPr lang="en-GB"/>
              <a:t>&lt;Document ID: change ID in footer or remove&gt; &lt;Change information classification in footer&gt;</a:t>
            </a:r>
            <a:endParaRPr lang="en-US"/>
          </a:p>
        </p:txBody>
      </p:sp>
    </p:spTree>
    <p:extLst>
      <p:ext uri="{BB962C8B-B14F-4D97-AF65-F5344CB8AC3E}">
        <p14:creationId xmlns:p14="http://schemas.microsoft.com/office/powerpoint/2010/main" val="203247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image" Target="../media/image4.png"/><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87D0E1A0-C19A-4DB8-BA1F-3D71830D1A93}"/>
              </a:ext>
            </a:extLst>
          </p:cNvPr>
          <p:cNvSpPr txBox="1"/>
          <p:nvPr userDrawn="1"/>
        </p:nvSpPr>
        <p:spPr>
          <a:xfrm>
            <a:off x="755776" y="4816800"/>
            <a:ext cx="1800000" cy="122237"/>
          </a:xfrm>
          <a:prstGeom prst="rect">
            <a:avLst/>
          </a:prstGeom>
          <a:noFill/>
        </p:spPr>
        <p:txBody>
          <a:bodyPr wrap="square" lIns="0" tIns="0" rIns="0" bIns="0" anchor="b">
            <a:spAutoFit/>
          </a:bodyPr>
          <a:lstStyle/>
          <a:p>
            <a:r>
              <a:rPr lang="en-US" sz="80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2020 Nokia</a:t>
            </a:r>
          </a:p>
        </p:txBody>
      </p:sp>
      <p:sp>
        <p:nvSpPr>
          <p:cNvPr id="12" name="Slide Number Placeholder 5">
            <a:extLst>
              <a:ext uri="{FF2B5EF4-FFF2-40B4-BE49-F238E27FC236}">
                <a16:creationId xmlns:a16="http://schemas.microsoft.com/office/drawing/2014/main" id="{7920C8E0-2BA3-45B9-8A9F-1B9E59157439}"/>
              </a:ext>
            </a:extLst>
          </p:cNvPr>
          <p:cNvSpPr txBox="1">
            <a:spLocks/>
          </p:cNvSpPr>
          <p:nvPr userDrawn="1"/>
        </p:nvSpPr>
        <p:spPr>
          <a:xfrm>
            <a:off x="419102" y="4816800"/>
            <a:ext cx="252000" cy="122400"/>
          </a:xfrm>
          <a:prstGeom prst="rect">
            <a:avLst/>
          </a:prstGeom>
        </p:spPr>
        <p:txBody>
          <a:bodyPr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14">
            <a:extLst>
              <a:ext uri="{FF2B5EF4-FFF2-40B4-BE49-F238E27FC236}">
                <a16:creationId xmlns:a16="http://schemas.microsoft.com/office/drawing/2014/main" id="{141D57DB-1EB7-4DFA-9100-436A54579F68}"/>
              </a:ext>
            </a:extLst>
          </p:cNvPr>
          <p:cNvSpPr>
            <a:spLocks noGrp="1"/>
          </p:cNvSpPr>
          <p:nvPr>
            <p:ph type="ftr" sz="quarter" idx="3"/>
          </p:nvPr>
        </p:nvSpPr>
        <p:spPr>
          <a:xfrm>
            <a:off x="2304000" y="4816800"/>
            <a:ext cx="4536000" cy="122400"/>
          </a:xfrm>
          <a:prstGeom prst="rect">
            <a:avLst/>
          </a:prstGeom>
        </p:spPr>
        <p:txBody>
          <a:bodyPr vert="horz" lIns="0" tIns="0" rIns="0" bIns="0" rtlCol="0" anchor="ctr"/>
          <a:lstStyle>
            <a:lvl1pPr algn="ctr">
              <a:defRPr sz="800">
                <a:solidFill>
                  <a:schemeClr val="tx2"/>
                </a:solidFill>
              </a:defRPr>
            </a:lvl1pPr>
          </a:lstStyle>
          <a:p>
            <a:r>
              <a:rPr lang="en-GB"/>
              <a:t>&lt;Document ID: change ID in footer or remove&gt; &lt;Change information classification in footer&gt;</a:t>
            </a:r>
            <a:endParaRPr lang="en-US" dirty="0"/>
          </a:p>
        </p:txBody>
      </p:sp>
      <p:pic>
        <p:nvPicPr>
          <p:cNvPr id="7" name="Picture 6">
            <a:extLst>
              <a:ext uri="{FF2B5EF4-FFF2-40B4-BE49-F238E27FC236}">
                <a16:creationId xmlns:a16="http://schemas.microsoft.com/office/drawing/2014/main" id="{A8C5FB64-385A-4093-B8B2-2F00FF978275}"/>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7877226" y="4651000"/>
            <a:ext cx="1008112" cy="424363"/>
          </a:xfrm>
          <a:prstGeom prst="rect">
            <a:avLst/>
          </a:prstGeom>
        </p:spPr>
      </p:pic>
    </p:spTree>
    <p:extLst>
      <p:ext uri="{BB962C8B-B14F-4D97-AF65-F5344CB8AC3E}">
        <p14:creationId xmlns:p14="http://schemas.microsoft.com/office/powerpoint/2010/main" val="4241891639"/>
      </p:ext>
    </p:extLst>
  </p:cSld>
  <p:clrMap bg1="lt1" tx1="dk1" bg2="lt2" tx2="dk2" accent1="accent1" accent2="accent2" accent3="accent3" accent4="accent4" accent5="accent5" accent6="accent6" hlink="hlink" folHlink="folHlink"/>
  <p:sldLayoutIdLst>
    <p:sldLayoutId id="2147483663" r:id="rId1"/>
    <p:sldLayoutId id="2147483685" r:id="rId2"/>
    <p:sldLayoutId id="2147483686" r:id="rId3"/>
    <p:sldLayoutId id="2147483664" r:id="rId4"/>
    <p:sldLayoutId id="2147483665" r:id="rId5"/>
    <p:sldLayoutId id="2147483666" r:id="rId6"/>
    <p:sldLayoutId id="2147483667" r:id="rId7"/>
    <p:sldLayoutId id="2147483668" r:id="rId8"/>
    <p:sldLayoutId id="2147483669" r:id="rId9"/>
    <p:sldLayoutId id="2147483670" r:id="rId10"/>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AC1947E-906A-46AD-9413-1921F00F19AB}"/>
              </a:ext>
            </a:extLst>
          </p:cNvPr>
          <p:cNvSpPr txBox="1"/>
          <p:nvPr userDrawn="1"/>
        </p:nvSpPr>
        <p:spPr>
          <a:xfrm>
            <a:off x="755776" y="4816800"/>
            <a:ext cx="1800000" cy="122237"/>
          </a:xfrm>
          <a:prstGeom prst="rect">
            <a:avLst/>
          </a:prstGeom>
          <a:noFill/>
        </p:spPr>
        <p:txBody>
          <a:bodyPr wrap="square" lIns="0" tIns="0" rIns="0" bIns="0" anchor="b">
            <a:spAutoFit/>
          </a:bodyPr>
          <a:lstStyle/>
          <a:p>
            <a:r>
              <a:rPr lang="en-US" sz="80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2020 Nokia</a:t>
            </a:r>
          </a:p>
        </p:txBody>
      </p:sp>
      <p:sp>
        <p:nvSpPr>
          <p:cNvPr id="9" name="Slide Number Placeholder 5">
            <a:extLst>
              <a:ext uri="{FF2B5EF4-FFF2-40B4-BE49-F238E27FC236}">
                <a16:creationId xmlns:a16="http://schemas.microsoft.com/office/drawing/2014/main" id="{BA0CA059-29E1-450A-A218-D27AB73F8070}"/>
              </a:ext>
            </a:extLst>
          </p:cNvPr>
          <p:cNvSpPr txBox="1">
            <a:spLocks/>
          </p:cNvSpPr>
          <p:nvPr userDrawn="1"/>
        </p:nvSpPr>
        <p:spPr>
          <a:xfrm>
            <a:off x="419102" y="4816800"/>
            <a:ext cx="252000" cy="122400"/>
          </a:xfrm>
          <a:prstGeom prst="rect">
            <a:avLst/>
          </a:prstGeom>
        </p:spPr>
        <p:txBody>
          <a:bodyPr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0" name="Footer Placeholder 14">
            <a:extLst>
              <a:ext uri="{FF2B5EF4-FFF2-40B4-BE49-F238E27FC236}">
                <a16:creationId xmlns:a16="http://schemas.microsoft.com/office/drawing/2014/main" id="{80DAFA2C-A5B7-47BD-9867-3032BEE127ED}"/>
              </a:ext>
            </a:extLst>
          </p:cNvPr>
          <p:cNvSpPr>
            <a:spLocks noGrp="1"/>
          </p:cNvSpPr>
          <p:nvPr>
            <p:ph type="ftr" sz="quarter" idx="3"/>
          </p:nvPr>
        </p:nvSpPr>
        <p:spPr>
          <a:xfrm>
            <a:off x="2304000" y="4816800"/>
            <a:ext cx="4536000" cy="122400"/>
          </a:xfrm>
          <a:prstGeom prst="rect">
            <a:avLst/>
          </a:prstGeom>
        </p:spPr>
        <p:txBody>
          <a:bodyPr vert="horz" lIns="0" tIns="0" rIns="0" bIns="0" rtlCol="0" anchor="ctr"/>
          <a:lstStyle>
            <a:lvl1pPr algn="ctr">
              <a:defRPr sz="800">
                <a:solidFill>
                  <a:schemeClr val="tx2"/>
                </a:solidFill>
              </a:defRPr>
            </a:lvl1pPr>
          </a:lstStyle>
          <a:p>
            <a:r>
              <a:rPr lang="en-GB"/>
              <a:t>&lt;Document ID: change ID in footer or remove&gt; &lt;Change information classification in footer&gt;</a:t>
            </a:r>
            <a:endParaRPr lang="en-US" dirty="0"/>
          </a:p>
        </p:txBody>
      </p:sp>
    </p:spTree>
    <p:extLst>
      <p:ext uri="{BB962C8B-B14F-4D97-AF65-F5344CB8AC3E}">
        <p14:creationId xmlns:p14="http://schemas.microsoft.com/office/powerpoint/2010/main" val="2753873327"/>
      </p:ext>
    </p:extLst>
  </p:cSld>
  <p:clrMap bg1="lt1" tx1="dk1" bg2="lt2" tx2="dk2" accent1="accent1" accent2="accent2" accent3="accent3" accent4="accent4" accent5="accent5" accent6="accent6" hlink="hlink" folHlink="folHlink"/>
  <p:sldLayoutIdLst>
    <p:sldLayoutId id="2147483723" r:id="rId1"/>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35D8FD1-98D9-47C9-885D-370F1B25E0D7}"/>
              </a:ext>
            </a:extLst>
          </p:cNvPr>
          <p:cNvSpPr txBox="1"/>
          <p:nvPr userDrawn="1"/>
        </p:nvSpPr>
        <p:spPr>
          <a:xfrm>
            <a:off x="755776" y="4816800"/>
            <a:ext cx="1800000" cy="122237"/>
          </a:xfrm>
          <a:prstGeom prst="rect">
            <a:avLst/>
          </a:prstGeom>
          <a:noFill/>
        </p:spPr>
        <p:txBody>
          <a:bodyPr wrap="square" lIns="0" tIns="0" rIns="0" bIns="0" anchor="b">
            <a:sp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2020 Nokia</a:t>
            </a:r>
          </a:p>
        </p:txBody>
      </p:sp>
      <p:sp>
        <p:nvSpPr>
          <p:cNvPr id="8" name="Slide Number Placeholder 5">
            <a:extLst>
              <a:ext uri="{FF2B5EF4-FFF2-40B4-BE49-F238E27FC236}">
                <a16:creationId xmlns:a16="http://schemas.microsoft.com/office/drawing/2014/main" id="{DD45D477-1173-4B46-833F-F999BFE93809}"/>
              </a:ext>
            </a:extLst>
          </p:cNvPr>
          <p:cNvSpPr txBox="1">
            <a:spLocks/>
          </p:cNvSpPr>
          <p:nvPr userDrawn="1"/>
        </p:nvSpPr>
        <p:spPr>
          <a:xfrm>
            <a:off x="419102" y="4816800"/>
            <a:ext cx="252000" cy="122400"/>
          </a:xfrm>
          <a:prstGeom prst="rect">
            <a:avLst/>
          </a:prstGeom>
        </p:spPr>
        <p:txBody>
          <a:bodyPr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5" name="Footer Placeholder 14">
            <a:extLst>
              <a:ext uri="{FF2B5EF4-FFF2-40B4-BE49-F238E27FC236}">
                <a16:creationId xmlns:a16="http://schemas.microsoft.com/office/drawing/2014/main" id="{9EA08E70-E40A-4C76-ADD7-CA63C95746CA}"/>
              </a:ext>
            </a:extLst>
          </p:cNvPr>
          <p:cNvSpPr>
            <a:spLocks noGrp="1"/>
          </p:cNvSpPr>
          <p:nvPr>
            <p:ph type="ftr" sz="quarter" idx="3"/>
          </p:nvPr>
        </p:nvSpPr>
        <p:spPr>
          <a:xfrm>
            <a:off x="2304000" y="4816800"/>
            <a:ext cx="4536000" cy="122400"/>
          </a:xfrm>
          <a:prstGeom prst="rect">
            <a:avLst/>
          </a:prstGeom>
        </p:spPr>
        <p:txBody>
          <a:bodyPr vert="horz" lIns="0" tIns="0" rIns="0" bIns="0" rtlCol="0" anchor="ctr"/>
          <a:lstStyle>
            <a:lvl1pPr algn="ctr">
              <a:defRPr sz="800">
                <a:solidFill>
                  <a:schemeClr val="bg1"/>
                </a:solidFill>
                <a:latin typeface="Nokia Pure Text Light" panose="020B0403020202020204" pitchFamily="34" charset="0"/>
                <a:ea typeface="Nokia Pure Text Light" panose="020B0403020202020204" pitchFamily="34" charset="0"/>
              </a:defRPr>
            </a:lvl1pPr>
          </a:lstStyle>
          <a:p>
            <a:r>
              <a:rPr lang="en-GB"/>
              <a:t>&lt;Document ID: change ID in footer or remove&gt; &lt;Change information classification in footer&gt;</a:t>
            </a:r>
            <a:endParaRPr lang="en-US" dirty="0"/>
          </a:p>
        </p:txBody>
      </p:sp>
    </p:spTree>
    <p:extLst>
      <p:ext uri="{BB962C8B-B14F-4D97-AF65-F5344CB8AC3E}">
        <p14:creationId xmlns:p14="http://schemas.microsoft.com/office/powerpoint/2010/main" val="1928352381"/>
      </p:ext>
    </p:extLst>
  </p:cSld>
  <p:clrMap bg1="lt1" tx1="dk1" bg2="lt2" tx2="dk2" accent1="accent1" accent2="accent2" accent3="accent3" accent4="accent4" accent5="accent5" accent6="accent6" hlink="hlink" folHlink="folHlink"/>
  <p:sldLayoutIdLst>
    <p:sldLayoutId id="2147483674" r:id="rId1"/>
    <p:sldLayoutId id="2147483675" r:id="rId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76398D-C6B9-4EAD-A887-41ECEA7F301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289180" y="2031750"/>
            <a:ext cx="2565641" cy="1080000"/>
          </a:xfrm>
          <a:prstGeom prst="rect">
            <a:avLst/>
          </a:prstGeom>
        </p:spPr>
      </p:pic>
    </p:spTree>
    <p:extLst>
      <p:ext uri="{BB962C8B-B14F-4D97-AF65-F5344CB8AC3E}">
        <p14:creationId xmlns:p14="http://schemas.microsoft.com/office/powerpoint/2010/main" val="3644516792"/>
      </p:ext>
    </p:extLst>
  </p:cSld>
  <p:clrMap bg1="lt1" tx1="dk1" bg2="lt2" tx2="dk2" accent1="accent1" accent2="accent2" accent3="accent3" accent4="accent4" accent5="accent5" accent6="accent6" hlink="hlink" folHlink="folHlink"/>
  <p:sldLayoutIdLst>
    <p:sldLayoutId id="2147483677"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C1C3A2-73EF-4E4E-97C2-1C446243E83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289180" y="2031750"/>
            <a:ext cx="2565641" cy="1080000"/>
          </a:xfrm>
          <a:prstGeom prst="rect">
            <a:avLst/>
          </a:prstGeom>
        </p:spPr>
      </p:pic>
    </p:spTree>
    <p:extLst>
      <p:ext uri="{BB962C8B-B14F-4D97-AF65-F5344CB8AC3E}">
        <p14:creationId xmlns:p14="http://schemas.microsoft.com/office/powerpoint/2010/main" val="1710388094"/>
      </p:ext>
    </p:extLst>
  </p:cSld>
  <p:clrMap bg1="lt1" tx1="dk1" bg2="lt2" tx2="dk2" accent1="accent1" accent2="accent2" accent3="accent3" accent4="accent4" accent5="accent5" accent6="accent6" hlink="hlink" folHlink="folHlink"/>
  <p:sldLayoutIdLst>
    <p:sldLayoutId id="2147483679"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35D8FD1-98D9-47C9-885D-370F1B25E0D7}"/>
              </a:ext>
            </a:extLst>
          </p:cNvPr>
          <p:cNvSpPr txBox="1"/>
          <p:nvPr userDrawn="1"/>
        </p:nvSpPr>
        <p:spPr>
          <a:xfrm>
            <a:off x="755776" y="4816800"/>
            <a:ext cx="1800000" cy="122237"/>
          </a:xfrm>
          <a:prstGeom prst="rect">
            <a:avLst/>
          </a:prstGeom>
          <a:noFill/>
        </p:spPr>
        <p:txBody>
          <a:bodyPr wrap="square" lIns="0" tIns="0" rIns="0" bIns="0" anchor="b">
            <a:sp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2020 Nokia</a:t>
            </a:r>
          </a:p>
        </p:txBody>
      </p:sp>
      <p:sp>
        <p:nvSpPr>
          <p:cNvPr id="8" name="Slide Number Placeholder 5">
            <a:extLst>
              <a:ext uri="{FF2B5EF4-FFF2-40B4-BE49-F238E27FC236}">
                <a16:creationId xmlns:a16="http://schemas.microsoft.com/office/drawing/2014/main" id="{DD45D477-1173-4B46-833F-F999BFE93809}"/>
              </a:ext>
            </a:extLst>
          </p:cNvPr>
          <p:cNvSpPr txBox="1">
            <a:spLocks/>
          </p:cNvSpPr>
          <p:nvPr userDrawn="1"/>
        </p:nvSpPr>
        <p:spPr>
          <a:xfrm>
            <a:off x="419102" y="4816800"/>
            <a:ext cx="252000" cy="122400"/>
          </a:xfrm>
          <a:prstGeom prst="rect">
            <a:avLst/>
          </a:prstGeom>
        </p:spPr>
        <p:txBody>
          <a:bodyPr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Footer Placeholder 2">
            <a:extLst>
              <a:ext uri="{FF2B5EF4-FFF2-40B4-BE49-F238E27FC236}">
                <a16:creationId xmlns:a16="http://schemas.microsoft.com/office/drawing/2014/main" id="{D3E74C75-1C44-4A6F-9F21-72B5E3ACCBC5}"/>
              </a:ext>
            </a:extLst>
          </p:cNvPr>
          <p:cNvSpPr>
            <a:spLocks noGrp="1"/>
          </p:cNvSpPr>
          <p:nvPr>
            <p:ph type="ftr" sz="quarter" idx="3"/>
          </p:nvPr>
        </p:nvSpPr>
        <p:spPr>
          <a:xfrm>
            <a:off x="2304000" y="4816800"/>
            <a:ext cx="4536000" cy="122400"/>
          </a:xfrm>
          <a:prstGeom prst="rect">
            <a:avLst/>
          </a:prstGeom>
        </p:spPr>
        <p:txBody>
          <a:bodyPr vert="horz" lIns="0" tIns="0" rIns="0" bIns="0" rtlCol="0" anchor="ctr"/>
          <a:lstStyle>
            <a:lvl1pPr algn="ctr">
              <a:defRPr sz="800">
                <a:solidFill>
                  <a:schemeClr val="bg1"/>
                </a:solidFill>
                <a:latin typeface="Nokia Pure Text Light" panose="020B0403020202020204" pitchFamily="34" charset="0"/>
                <a:ea typeface="Nokia Pure Text Light" panose="020B0403020202020204" pitchFamily="34" charset="0"/>
              </a:defRPr>
            </a:lvl1pPr>
          </a:lstStyle>
          <a:p>
            <a:r>
              <a:rPr lang="en-GB"/>
              <a:t>&lt;Document ID: change ID in footer or remove&gt; &lt;Change information classification in footer&gt;</a:t>
            </a:r>
            <a:endParaRPr lang="en-US" dirty="0"/>
          </a:p>
        </p:txBody>
      </p:sp>
      <p:pic>
        <p:nvPicPr>
          <p:cNvPr id="9" name="Picture 8">
            <a:extLst>
              <a:ext uri="{FF2B5EF4-FFF2-40B4-BE49-F238E27FC236}">
                <a16:creationId xmlns:a16="http://schemas.microsoft.com/office/drawing/2014/main" id="{4538F1B2-3B70-46D3-B6FC-0199A17FB72D}"/>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75813" y="4648933"/>
            <a:ext cx="1009152" cy="424800"/>
          </a:xfrm>
          <a:prstGeom prst="rect">
            <a:avLst/>
          </a:prstGeom>
        </p:spPr>
      </p:pic>
    </p:spTree>
    <p:extLst>
      <p:ext uri="{BB962C8B-B14F-4D97-AF65-F5344CB8AC3E}">
        <p14:creationId xmlns:p14="http://schemas.microsoft.com/office/powerpoint/2010/main" val="870286614"/>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www.eclipse.org/swt/"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sourcetreeapp.com/"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learngitbranching.js.org/" TargetMode="External"/><Relationship Id="rId2" Type="http://schemas.openxmlformats.org/officeDocument/2006/relationships/hyperlink" Target="http://www.eclipse.org/swt/" TargetMode="External"/><Relationship Id="rId1" Type="http://schemas.openxmlformats.org/officeDocument/2006/relationships/slideLayout" Target="../slideLayouts/slideLayout1.xml"/><Relationship Id="rId6" Type="http://schemas.openxmlformats.org/officeDocument/2006/relationships/hyperlink" Target="http://poi.apache.org/spreadsheet/quick-guide.html" TargetMode="External"/><Relationship Id="rId5" Type="http://schemas.openxmlformats.org/officeDocument/2006/relationships/hyperlink" Target="https://guides.github.com/activities/hello-world/" TargetMode="External"/><Relationship Id="rId4" Type="http://schemas.openxmlformats.org/officeDocument/2006/relationships/hyperlink" Target="https://www.pixelstech.net/article/1539420590-Install-and-configure-git-plugin-in-Eclips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DD7879D-DC39-4C26-8B4E-769B0C8BA599}"/>
              </a:ext>
            </a:extLst>
          </p:cNvPr>
          <p:cNvSpPr/>
          <p:nvPr/>
        </p:nvSpPr>
        <p:spPr>
          <a:xfrm>
            <a:off x="372915" y="3651830"/>
            <a:ext cx="845103" cy="523220"/>
          </a:xfrm>
          <a:prstGeom prst="rect">
            <a:avLst/>
          </a:prstGeom>
        </p:spPr>
        <p:txBody>
          <a:bodyPr wrap="none">
            <a:spAutoFit/>
          </a:bodyPr>
          <a:lstStyle/>
          <a:p>
            <a:r>
              <a:rPr lang="en-US" sz="2800" b="1" dirty="0">
                <a:solidFill>
                  <a:srgbClr val="0070C0"/>
                </a:solidFill>
                <a:latin typeface="Tahoma" pitchFamily="34" charset="0"/>
              </a:rPr>
              <a:t>GIT</a:t>
            </a:r>
          </a:p>
        </p:txBody>
      </p:sp>
      <p:sp>
        <p:nvSpPr>
          <p:cNvPr id="10" name="Text Placeholder 2">
            <a:extLst>
              <a:ext uri="{FF2B5EF4-FFF2-40B4-BE49-F238E27FC236}">
                <a16:creationId xmlns:a16="http://schemas.microsoft.com/office/drawing/2014/main" id="{DC5F1E58-36C0-4EB3-BBAC-F27CD119BBCA}"/>
              </a:ext>
            </a:extLst>
          </p:cNvPr>
          <p:cNvSpPr txBox="1">
            <a:spLocks/>
          </p:cNvSpPr>
          <p:nvPr/>
        </p:nvSpPr>
        <p:spPr>
          <a:xfrm>
            <a:off x="479187" y="4175050"/>
            <a:ext cx="8291898" cy="308105"/>
          </a:xfrm>
          <a:prstGeom prst="rect">
            <a:avLst/>
          </a:prstGeom>
        </p:spPr>
        <p:txBody>
          <a:bodyPr lIns="0" tIns="0" rIns="0" bIns="0">
            <a:normAutofit/>
          </a:bodyPr>
          <a:lstStyle>
            <a:lvl1pPr marL="0" indent="0" algn="l" defTabSz="685800" rtl="0" eaLnBrk="1" latinLnBrk="0" hangingPunct="1">
              <a:lnSpc>
                <a:spcPct val="90000"/>
              </a:lnSpc>
              <a:spcBef>
                <a:spcPts val="0"/>
              </a:spcBef>
              <a:spcAft>
                <a:spcPts val="600"/>
              </a:spcAft>
              <a:buFont typeface="Arial" panose="020B0604020202020204" pitchFamily="34" charset="0"/>
              <a:buNone/>
              <a:defRPr sz="1600" kern="1200">
                <a:solidFill>
                  <a:schemeClr val="tx1"/>
                </a:solidFill>
                <a:latin typeface="Nokia Pure Text Light" panose="020B0403020202020204" pitchFamily="34" charset="0"/>
                <a:ea typeface="Nokia Pure Text Light" panose="020B0403020202020204" pitchFamily="34" charset="0"/>
                <a:cs typeface="+mn-cs"/>
              </a:defRPr>
            </a:lvl1pPr>
            <a:lvl2pPr marL="230400" indent="0" algn="l" defTabSz="685800" rtl="0" eaLnBrk="1" latinLnBrk="0" hangingPunct="1">
              <a:lnSpc>
                <a:spcPct val="90000"/>
              </a:lnSpc>
              <a:spcBef>
                <a:spcPts val="0"/>
              </a:spcBef>
              <a:spcAft>
                <a:spcPts val="600"/>
              </a:spcAft>
              <a:buFont typeface="Arial" panose="020B0604020202020204" pitchFamily="34" charset="0"/>
              <a:buNone/>
              <a:defRPr sz="1400" kern="1200">
                <a:solidFill>
                  <a:schemeClr val="tx1"/>
                </a:solidFill>
                <a:latin typeface="Nokia Pure Text Light" panose="020B0403020202020204" pitchFamily="34" charset="0"/>
                <a:ea typeface="Nokia Pure Text Light" panose="020B0403020202020204" pitchFamily="34" charset="0"/>
                <a:cs typeface="+mn-cs"/>
              </a:defRPr>
            </a:lvl2pPr>
            <a:lvl3pPr marL="462600" indent="0" algn="l" defTabSz="6858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Nokia Pure Text Light" panose="020B0403020202020204" pitchFamily="34" charset="0"/>
                <a:ea typeface="Nokia Pure Text Light" panose="020B0403020202020204" pitchFamily="34" charset="0"/>
                <a:cs typeface="+mn-cs"/>
              </a:defRPr>
            </a:lvl3pPr>
            <a:lvl4pPr marL="693000" indent="0" algn="l" defTabSz="685800" rtl="0" eaLnBrk="1" latinLnBrk="0" hangingPunct="1">
              <a:lnSpc>
                <a:spcPct val="90000"/>
              </a:lnSpc>
              <a:spcBef>
                <a:spcPts val="0"/>
              </a:spcBef>
              <a:spcAft>
                <a:spcPts val="600"/>
              </a:spcAft>
              <a:buFont typeface="Arial" panose="020B0604020202020204" pitchFamily="34" charset="0"/>
              <a:buNone/>
              <a:defRPr sz="1000" kern="1200">
                <a:solidFill>
                  <a:schemeClr val="tx1"/>
                </a:solidFill>
                <a:latin typeface="Nokia Pure Text Light" panose="020B0403020202020204" pitchFamily="34" charset="0"/>
                <a:ea typeface="Nokia Pure Text Light" panose="020B0403020202020204" pitchFamily="34" charset="0"/>
                <a:cs typeface="+mn-cs"/>
              </a:defRPr>
            </a:lvl4pPr>
            <a:lvl5pPr marL="923400" indent="0" algn="l" defTabSz="685800" rtl="0" eaLnBrk="1" latinLnBrk="0" hangingPunct="1">
              <a:lnSpc>
                <a:spcPct val="90000"/>
              </a:lnSpc>
              <a:spcBef>
                <a:spcPts val="0"/>
              </a:spcBef>
              <a:spcAft>
                <a:spcPts val="600"/>
              </a:spcAft>
              <a:buFont typeface="Arial" panose="020B0604020202020204" pitchFamily="34" charset="0"/>
              <a:buNone/>
              <a:defRPr sz="900" kern="1200">
                <a:solidFill>
                  <a:schemeClr val="tx1"/>
                </a:solidFill>
                <a:latin typeface="Nokia Pure Text Light" panose="020B0403020202020204" pitchFamily="34" charset="0"/>
                <a:ea typeface="Nokia Pure Text Light" panose="020B0403020202020204" pitchFamily="34" charset="0"/>
                <a:cs typeface="+mn-cs"/>
              </a:defRPr>
            </a:lvl5pPr>
            <a:lvl6pPr marL="1153800" indent="0" algn="l" defTabSz="685800" rtl="0" eaLnBrk="1" latinLnBrk="0" hangingPunct="1">
              <a:lnSpc>
                <a:spcPct val="90000"/>
              </a:lnSpc>
              <a:spcBef>
                <a:spcPts val="0"/>
              </a:spcBef>
              <a:spcAft>
                <a:spcPts val="600"/>
              </a:spcAft>
              <a:buFont typeface="Nokia Pure Text" panose="020B0503020202020204" pitchFamily="34" charset="0"/>
              <a:buNone/>
              <a:defRPr sz="800" kern="1200" baseline="0">
                <a:solidFill>
                  <a:schemeClr val="tx2"/>
                </a:solidFill>
                <a:latin typeface="Nokia Pure Text Light" panose="020B0403020202020204" pitchFamily="34" charset="0"/>
                <a:ea typeface="Nokia Pure Text Light" panose="020B0403020202020204" pitchFamily="34" charset="0"/>
                <a:cs typeface="+mn-cs"/>
              </a:defRPr>
            </a:lvl6pPr>
            <a:lvl7pPr marL="1384200" indent="0" algn="l" defTabSz="685800" rtl="0" eaLnBrk="1" latinLnBrk="0" hangingPunct="1">
              <a:lnSpc>
                <a:spcPct val="90000"/>
              </a:lnSpc>
              <a:spcBef>
                <a:spcPts val="0"/>
              </a:spcBef>
              <a:spcAft>
                <a:spcPts val="600"/>
              </a:spcAft>
              <a:buFont typeface="Arial" panose="020B0604020202020204" pitchFamily="34" charset="0"/>
              <a:buNone/>
              <a:defRPr sz="700" kern="1200">
                <a:solidFill>
                  <a:schemeClr val="tx2"/>
                </a:solidFill>
                <a:latin typeface="Nokia Pure Text Light" panose="020B0403020202020204" pitchFamily="34" charset="0"/>
                <a:ea typeface="Nokia Pure Text Light" panose="020B0403020202020204" pitchFamily="34" charset="0"/>
                <a:cs typeface="+mn-cs"/>
              </a:defRPr>
            </a:lvl7pPr>
            <a:lvl8pPr marL="1614600" indent="0" algn="l" defTabSz="685800" rtl="0" eaLnBrk="1" latinLnBrk="0" hangingPunct="1">
              <a:lnSpc>
                <a:spcPct val="90000"/>
              </a:lnSpc>
              <a:spcBef>
                <a:spcPts val="0"/>
              </a:spcBef>
              <a:spcAft>
                <a:spcPts val="600"/>
              </a:spcAft>
              <a:buFont typeface="Arial" panose="020B0604020202020204" pitchFamily="34" charset="0"/>
              <a:buNone/>
              <a:defRPr sz="600" kern="1200">
                <a:solidFill>
                  <a:schemeClr val="tx2"/>
                </a:solidFill>
                <a:latin typeface="Nokia Pure Text Light" panose="020B0403020202020204" pitchFamily="34" charset="0"/>
                <a:ea typeface="Nokia Pure Text Light" panose="020B0403020202020204" pitchFamily="34" charset="0"/>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pPr>
            <a:r>
              <a:rPr lang="en-US">
                <a:solidFill>
                  <a:srgbClr val="001135"/>
                </a:solidFill>
              </a:rPr>
              <a:t>July-2020</a:t>
            </a:r>
            <a:endParaRPr lang="en-US" dirty="0">
              <a:solidFill>
                <a:srgbClr val="001135"/>
              </a:solidFill>
            </a:endParaRPr>
          </a:p>
        </p:txBody>
      </p:sp>
      <p:pic>
        <p:nvPicPr>
          <p:cNvPr id="1026" name="Picture 2" descr="Git · GitHub">
            <a:extLst>
              <a:ext uri="{FF2B5EF4-FFF2-40B4-BE49-F238E27FC236}">
                <a16:creationId xmlns:a16="http://schemas.microsoft.com/office/drawing/2014/main" id="{C78B726B-1E50-4F57-A29C-4DB8846D34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00" y="1450201"/>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it - Wikipedia">
            <a:extLst>
              <a:ext uri="{FF2B5EF4-FFF2-40B4-BE49-F238E27FC236}">
                <a16:creationId xmlns:a16="http://schemas.microsoft.com/office/drawing/2014/main" id="{0550140A-496D-4679-8D86-DF86CDDFDC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7067" y="1399660"/>
            <a:ext cx="5609865" cy="23441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0137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0">
            <a:extLst>
              <a:ext uri="{FF2B5EF4-FFF2-40B4-BE49-F238E27FC236}">
                <a16:creationId xmlns:a16="http://schemas.microsoft.com/office/drawing/2014/main" id="{FB2A1A8D-D983-46B1-B5ED-F597D162E277}"/>
              </a:ext>
            </a:extLst>
          </p:cNvPr>
          <p:cNvSpPr txBox="1">
            <a:spLocks/>
          </p:cNvSpPr>
          <p:nvPr/>
        </p:nvSpPr>
        <p:spPr>
          <a:xfrm>
            <a:off x="434271" y="255600"/>
            <a:ext cx="8308800" cy="3096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dirty="0">
                <a:solidFill>
                  <a:srgbClr val="0070C0"/>
                </a:solidFill>
                <a:latin typeface="+mj-lt"/>
                <a:ea typeface="Nokia Pure Text Light" panose="020B0304040602060303" pitchFamily="34" charset="0"/>
                <a:cs typeface="Nokia Pure Text Light" panose="020B0304040602060303" pitchFamily="34" charset="0"/>
              </a:rPr>
              <a:t>Agenda</a:t>
            </a:r>
            <a:endParaRPr lang="en-US" sz="2400" b="1" dirty="0">
              <a:latin typeface="+mj-lt"/>
              <a:ea typeface="Nokia Pure Text Light" panose="020B0304040602060303" pitchFamily="34" charset="0"/>
              <a:cs typeface="Nokia Pure Text Light" panose="020B0304040602060303" pitchFamily="34" charset="0"/>
            </a:endParaRPr>
          </a:p>
        </p:txBody>
      </p:sp>
      <p:sp>
        <p:nvSpPr>
          <p:cNvPr id="4" name="Text Placeholder 11">
            <a:extLst>
              <a:ext uri="{FF2B5EF4-FFF2-40B4-BE49-F238E27FC236}">
                <a16:creationId xmlns:a16="http://schemas.microsoft.com/office/drawing/2014/main" id="{E268DFB9-D649-4079-B812-691F38A15044}"/>
              </a:ext>
            </a:extLst>
          </p:cNvPr>
          <p:cNvSpPr txBox="1">
            <a:spLocks/>
          </p:cNvSpPr>
          <p:nvPr/>
        </p:nvSpPr>
        <p:spPr>
          <a:xfrm>
            <a:off x="434271" y="987791"/>
            <a:ext cx="8226997" cy="35604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512763" lvl="1" indent="-342900">
              <a:buFont typeface="+mj-lt"/>
              <a:buAutoNum type="arabicPeriod"/>
            </a:pPr>
            <a:r>
              <a:rPr lang="en-US" sz="1400" b="1" dirty="0">
                <a:solidFill>
                  <a:srgbClr val="00B050"/>
                </a:solidFill>
              </a:rPr>
              <a:t>What is GIT</a:t>
            </a:r>
          </a:p>
          <a:p>
            <a:pPr marL="512763" lvl="1" indent="-342900">
              <a:buFont typeface="+mj-lt"/>
              <a:buAutoNum type="arabicPeriod"/>
            </a:pPr>
            <a:r>
              <a:rPr lang="en-US" sz="1400" b="1" dirty="0">
                <a:solidFill>
                  <a:srgbClr val="00B050"/>
                </a:solidFill>
              </a:rPr>
              <a:t>Version Control System</a:t>
            </a:r>
          </a:p>
          <a:p>
            <a:pPr marL="512763" lvl="1" indent="-342900">
              <a:buFont typeface="+mj-lt"/>
              <a:buAutoNum type="arabicPeriod"/>
            </a:pPr>
            <a:r>
              <a:rPr lang="en-US" sz="1400" b="1" dirty="0">
                <a:solidFill>
                  <a:srgbClr val="00B050"/>
                </a:solidFill>
              </a:rPr>
              <a:t>How to use GIT</a:t>
            </a:r>
          </a:p>
          <a:p>
            <a:pPr marL="512763" lvl="1" indent="-342900">
              <a:buFont typeface="+mj-lt"/>
              <a:buAutoNum type="arabicPeriod"/>
            </a:pPr>
            <a:r>
              <a:rPr lang="en-US" sz="1400" b="1" dirty="0">
                <a:solidFill>
                  <a:srgbClr val="00B050"/>
                </a:solidFill>
              </a:rPr>
              <a:t>Commands</a:t>
            </a:r>
          </a:p>
          <a:p>
            <a:pPr marL="512763" lvl="1" indent="-342900">
              <a:buFont typeface="+mj-lt"/>
              <a:buAutoNum type="arabicPeriod"/>
            </a:pPr>
            <a:r>
              <a:rPr lang="en-GB" sz="1400" b="1" dirty="0">
                <a:solidFill>
                  <a:srgbClr val="00B050"/>
                </a:solidFill>
              </a:rPr>
              <a:t>Branches</a:t>
            </a:r>
          </a:p>
          <a:p>
            <a:pPr marL="512763" lvl="1" indent="-342900">
              <a:buFont typeface="+mj-lt"/>
              <a:buAutoNum type="arabicPeriod"/>
            </a:pPr>
            <a:r>
              <a:rPr lang="en-GB" sz="1400" b="1" dirty="0">
                <a:solidFill>
                  <a:srgbClr val="00B050"/>
                </a:solidFill>
              </a:rPr>
              <a:t>Goal</a:t>
            </a:r>
          </a:p>
          <a:p>
            <a:pPr marL="512763" lvl="1" indent="-342900">
              <a:buFont typeface="+mj-lt"/>
              <a:buAutoNum type="arabicPeriod"/>
            </a:pPr>
            <a:r>
              <a:rPr lang="en-GB" sz="1400" b="1" dirty="0">
                <a:solidFill>
                  <a:srgbClr val="00B050"/>
                </a:solidFill>
              </a:rPr>
              <a:t>Useful links</a:t>
            </a:r>
          </a:p>
          <a:p>
            <a:pPr defTabSz="914400">
              <a:lnSpc>
                <a:spcPct val="100000"/>
              </a:lnSpc>
              <a:spcAft>
                <a:spcPts val="1200"/>
              </a:spcAft>
            </a:pPr>
            <a:endParaRPr lang="en-US" sz="1000" dirty="0">
              <a:solidFill>
                <a:srgbClr val="001135"/>
              </a:solidFill>
              <a:latin typeface="Nokia Pure Text Light" panose="020B0403020202020204" pitchFamily="34" charset="0"/>
            </a:endParaRPr>
          </a:p>
        </p:txBody>
      </p:sp>
    </p:spTree>
    <p:extLst>
      <p:ext uri="{BB962C8B-B14F-4D97-AF65-F5344CB8AC3E}">
        <p14:creationId xmlns:p14="http://schemas.microsoft.com/office/powerpoint/2010/main" val="2564008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0">
            <a:extLst>
              <a:ext uri="{FF2B5EF4-FFF2-40B4-BE49-F238E27FC236}">
                <a16:creationId xmlns:a16="http://schemas.microsoft.com/office/drawing/2014/main" id="{0D448898-747D-433E-960E-800A2F63B9F0}"/>
              </a:ext>
            </a:extLst>
          </p:cNvPr>
          <p:cNvSpPr txBox="1">
            <a:spLocks/>
          </p:cNvSpPr>
          <p:nvPr/>
        </p:nvSpPr>
        <p:spPr>
          <a:xfrm>
            <a:off x="434271" y="255600"/>
            <a:ext cx="8308800" cy="3096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dirty="0">
                <a:solidFill>
                  <a:srgbClr val="0070C0"/>
                </a:solidFill>
                <a:latin typeface="+mj-lt"/>
              </a:rPr>
              <a:t>What is GIT?</a:t>
            </a:r>
            <a:endParaRPr lang="en-US" sz="2400" dirty="0">
              <a:latin typeface="+mj-lt"/>
            </a:endParaRPr>
          </a:p>
        </p:txBody>
      </p:sp>
      <p:sp>
        <p:nvSpPr>
          <p:cNvPr id="4" name="TextBox 3">
            <a:extLst>
              <a:ext uri="{FF2B5EF4-FFF2-40B4-BE49-F238E27FC236}">
                <a16:creationId xmlns:a16="http://schemas.microsoft.com/office/drawing/2014/main" id="{9E63C1BA-85EC-4CDC-BDD8-63199A089010}"/>
              </a:ext>
            </a:extLst>
          </p:cNvPr>
          <p:cNvSpPr txBox="1"/>
          <p:nvPr/>
        </p:nvSpPr>
        <p:spPr>
          <a:xfrm>
            <a:off x="545566" y="1052712"/>
            <a:ext cx="8197505" cy="3427079"/>
          </a:xfrm>
          <a:prstGeom prst="rect">
            <a:avLst/>
          </a:prstGeom>
          <a:noFill/>
        </p:spPr>
        <p:txBody>
          <a:bodyPr wrap="square" lIns="72000" tIns="72000" rIns="72000" bIns="72000" rtlCol="0">
            <a:noAutofit/>
          </a:bodyPr>
          <a:lstStyle/>
          <a:p>
            <a:pPr marL="0" lvl="1" eaLnBrk="0" hangingPunct="0">
              <a:lnSpc>
                <a:spcPts val="2400"/>
              </a:lnSpc>
              <a:spcBef>
                <a:spcPts val="600"/>
              </a:spcBef>
              <a:buFont typeface="Wingdings" pitchFamily="2" charset="2"/>
              <a:buChar char="Ø"/>
            </a:pPr>
            <a:r>
              <a:rPr lang="en-US" dirty="0"/>
              <a:t>  Version control system (VCS) for tracking changes in source code during software development</a:t>
            </a:r>
          </a:p>
          <a:p>
            <a:pPr marL="0" lvl="1" eaLnBrk="0" hangingPunct="0">
              <a:lnSpc>
                <a:spcPts val="2400"/>
              </a:lnSpc>
              <a:spcBef>
                <a:spcPts val="600"/>
              </a:spcBef>
              <a:buFont typeface="Wingdings" pitchFamily="2" charset="2"/>
              <a:buChar char="Ø"/>
            </a:pPr>
            <a:endParaRPr lang="en-US" b="1" dirty="0"/>
          </a:p>
          <a:p>
            <a:pPr marL="0" lvl="1" eaLnBrk="0" hangingPunct="0">
              <a:lnSpc>
                <a:spcPts val="2400"/>
              </a:lnSpc>
              <a:spcBef>
                <a:spcPts val="600"/>
              </a:spcBef>
              <a:buFont typeface="Wingdings" pitchFamily="2" charset="2"/>
              <a:buChar char="Ø"/>
            </a:pPr>
            <a:r>
              <a:rPr lang="en-US" dirty="0"/>
              <a:t>  Git tracks the changes you make to files, so you have a record of what has been done, and you can revert to specific versions should you ever need to</a:t>
            </a:r>
          </a:p>
          <a:p>
            <a:pPr marL="0" lvl="1" eaLnBrk="0" hangingPunct="0">
              <a:lnSpc>
                <a:spcPts val="2400"/>
              </a:lnSpc>
              <a:spcBef>
                <a:spcPts val="600"/>
              </a:spcBef>
              <a:buFont typeface="Wingdings" pitchFamily="2" charset="2"/>
              <a:buChar char="Ø"/>
            </a:pPr>
            <a:endParaRPr lang="en-US" b="1" dirty="0"/>
          </a:p>
          <a:p>
            <a:pPr marL="0" lvl="1" eaLnBrk="0" hangingPunct="0">
              <a:lnSpc>
                <a:spcPts val="2400"/>
              </a:lnSpc>
              <a:spcBef>
                <a:spcPts val="600"/>
              </a:spcBef>
              <a:buFont typeface="Wingdings" pitchFamily="2" charset="2"/>
              <a:buChar char="Ø"/>
            </a:pPr>
            <a:r>
              <a:rPr lang="en-US" dirty="0"/>
              <a:t>  Git also makes collaboration easier, allowing changes by multiple people to all be merged into one source</a:t>
            </a:r>
            <a:endParaRPr lang="en-US" b="1" dirty="0"/>
          </a:p>
          <a:p>
            <a:pPr marL="0" lvl="1" eaLnBrk="0" hangingPunct="0">
              <a:lnSpc>
                <a:spcPts val="2400"/>
              </a:lnSpc>
              <a:spcBef>
                <a:spcPts val="600"/>
              </a:spcBef>
              <a:buFont typeface="Wingdings" pitchFamily="2" charset="2"/>
              <a:buChar char="Ø"/>
            </a:pPr>
            <a:endParaRPr lang="en-US" b="1" dirty="0">
              <a:hlinkClick r:id="rId2"/>
            </a:endParaRPr>
          </a:p>
        </p:txBody>
      </p:sp>
    </p:spTree>
    <p:extLst>
      <p:ext uri="{BB962C8B-B14F-4D97-AF65-F5344CB8AC3E}">
        <p14:creationId xmlns:p14="http://schemas.microsoft.com/office/powerpoint/2010/main" val="174366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0">
            <a:extLst>
              <a:ext uri="{FF2B5EF4-FFF2-40B4-BE49-F238E27FC236}">
                <a16:creationId xmlns:a16="http://schemas.microsoft.com/office/drawing/2014/main" id="{0D448898-747D-433E-960E-800A2F63B9F0}"/>
              </a:ext>
            </a:extLst>
          </p:cNvPr>
          <p:cNvSpPr txBox="1">
            <a:spLocks/>
          </p:cNvSpPr>
          <p:nvPr/>
        </p:nvSpPr>
        <p:spPr>
          <a:xfrm>
            <a:off x="434271" y="255600"/>
            <a:ext cx="8308800" cy="3096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dirty="0">
                <a:solidFill>
                  <a:srgbClr val="0070C0"/>
                </a:solidFill>
                <a:latin typeface="+mj-lt"/>
              </a:rPr>
              <a:t>What is a Version Control System?</a:t>
            </a:r>
            <a:endParaRPr lang="en-US" sz="2400" dirty="0">
              <a:latin typeface="+mj-lt"/>
            </a:endParaRPr>
          </a:p>
        </p:txBody>
      </p:sp>
      <p:sp>
        <p:nvSpPr>
          <p:cNvPr id="2" name="TextBox 1">
            <a:extLst>
              <a:ext uri="{FF2B5EF4-FFF2-40B4-BE49-F238E27FC236}">
                <a16:creationId xmlns:a16="http://schemas.microsoft.com/office/drawing/2014/main" id="{9DA11FD6-8BA6-4B23-B6A2-3F32E8D19355}"/>
              </a:ext>
            </a:extLst>
          </p:cNvPr>
          <p:cNvSpPr txBox="1"/>
          <p:nvPr/>
        </p:nvSpPr>
        <p:spPr>
          <a:xfrm>
            <a:off x="714614" y="1037345"/>
            <a:ext cx="8083604" cy="445673"/>
          </a:xfrm>
          <a:prstGeom prst="rect">
            <a:avLst/>
          </a:prstGeom>
          <a:noFill/>
        </p:spPr>
        <p:txBody>
          <a:bodyPr wrap="square" lIns="72000" tIns="72000" rIns="72000" bIns="72000" rtlCol="0">
            <a:noAutofit/>
          </a:bodyPr>
          <a:lstStyle/>
          <a:p>
            <a:pPr marL="0" lvl="1" indent="-171450" eaLnBrk="0" hangingPunct="0">
              <a:lnSpc>
                <a:spcPts val="2400"/>
              </a:lnSpc>
              <a:spcBef>
                <a:spcPts val="600"/>
              </a:spcBef>
              <a:spcAft>
                <a:spcPts val="300"/>
              </a:spcAft>
              <a:buSzPct val="100000"/>
              <a:buFont typeface="Wingdings" pitchFamily="2" charset="2"/>
              <a:buChar char="Ø"/>
            </a:pPr>
            <a:r>
              <a:rPr lang="en-US" dirty="0"/>
              <a:t> System to manage changes on files</a:t>
            </a:r>
            <a:endParaRPr lang="ro-RO" dirty="0"/>
          </a:p>
        </p:txBody>
      </p:sp>
      <p:sp>
        <p:nvSpPr>
          <p:cNvPr id="4" name="TextBox 3">
            <a:extLst>
              <a:ext uri="{FF2B5EF4-FFF2-40B4-BE49-F238E27FC236}">
                <a16:creationId xmlns:a16="http://schemas.microsoft.com/office/drawing/2014/main" id="{E2910D51-FFA5-40E9-964C-9A2908F00193}"/>
              </a:ext>
            </a:extLst>
          </p:cNvPr>
          <p:cNvSpPr txBox="1"/>
          <p:nvPr/>
        </p:nvSpPr>
        <p:spPr>
          <a:xfrm>
            <a:off x="1160288" y="1813432"/>
            <a:ext cx="4026435" cy="1982481"/>
          </a:xfrm>
          <a:prstGeom prst="rect">
            <a:avLst/>
          </a:prstGeom>
          <a:noFill/>
        </p:spPr>
        <p:txBody>
          <a:bodyPr wrap="square" lIns="72000" tIns="72000" rIns="72000" bIns="72000" numCol="2" rtlCol="0">
            <a:noAutofit/>
          </a:bodyPr>
          <a:lstStyle/>
          <a:p>
            <a:pPr marL="171450" indent="-171450" algn="l">
              <a:lnSpc>
                <a:spcPct val="200000"/>
              </a:lnSpc>
              <a:spcAft>
                <a:spcPts val="300"/>
              </a:spcAft>
              <a:buSzPct val="100000"/>
              <a:buFont typeface="Arial" panose="020B0604020202020204" pitchFamily="34" charset="0"/>
              <a:buChar char="•"/>
            </a:pPr>
            <a:r>
              <a:rPr lang="en-US" sz="1400" dirty="0"/>
              <a:t>Who</a:t>
            </a:r>
          </a:p>
          <a:p>
            <a:pPr marL="171450" indent="-171450" algn="l">
              <a:lnSpc>
                <a:spcPct val="200000"/>
              </a:lnSpc>
              <a:spcAft>
                <a:spcPts val="300"/>
              </a:spcAft>
              <a:buSzPct val="100000"/>
              <a:buFont typeface="Arial" panose="020B0604020202020204" pitchFamily="34" charset="0"/>
              <a:buChar char="•"/>
            </a:pPr>
            <a:r>
              <a:rPr lang="en-US" sz="1400" dirty="0"/>
              <a:t>When</a:t>
            </a:r>
          </a:p>
          <a:p>
            <a:pPr marL="171450" indent="-171450" algn="l">
              <a:lnSpc>
                <a:spcPct val="200000"/>
              </a:lnSpc>
              <a:spcAft>
                <a:spcPts val="300"/>
              </a:spcAft>
              <a:buSzPct val="100000"/>
              <a:buFont typeface="Arial" panose="020B0604020202020204" pitchFamily="34" charset="0"/>
              <a:buChar char="•"/>
            </a:pPr>
            <a:r>
              <a:rPr lang="en-US" sz="1400" dirty="0"/>
              <a:t>Why</a:t>
            </a:r>
          </a:p>
          <a:p>
            <a:pPr marL="171450" indent="-171450" algn="l">
              <a:lnSpc>
                <a:spcPct val="200000"/>
              </a:lnSpc>
              <a:spcAft>
                <a:spcPts val="300"/>
              </a:spcAft>
              <a:buSzPct val="100000"/>
              <a:buFont typeface="Arial" panose="020B0604020202020204" pitchFamily="34" charset="0"/>
              <a:buChar char="•"/>
            </a:pPr>
            <a:r>
              <a:rPr lang="en-US" sz="1400" dirty="0"/>
              <a:t>What</a:t>
            </a:r>
          </a:p>
          <a:p>
            <a:pPr algn="l">
              <a:lnSpc>
                <a:spcPct val="200000"/>
              </a:lnSpc>
              <a:spcAft>
                <a:spcPts val="300"/>
              </a:spcAft>
              <a:buSzPct val="100000"/>
            </a:pPr>
            <a:endParaRPr lang="en-US" sz="1400" dirty="0"/>
          </a:p>
          <a:p>
            <a:pPr algn="l">
              <a:lnSpc>
                <a:spcPct val="200000"/>
              </a:lnSpc>
              <a:spcAft>
                <a:spcPts val="300"/>
              </a:spcAft>
              <a:buSzPct val="100000"/>
            </a:pPr>
            <a:r>
              <a:rPr lang="en-US" sz="1400" dirty="0" err="1"/>
              <a:t>olascau</a:t>
            </a:r>
            <a:endParaRPr lang="en-US" sz="1400" dirty="0"/>
          </a:p>
          <a:p>
            <a:pPr algn="l">
              <a:lnSpc>
                <a:spcPct val="200000"/>
              </a:lnSpc>
              <a:spcAft>
                <a:spcPts val="300"/>
              </a:spcAft>
              <a:buSzPct val="100000"/>
            </a:pPr>
            <a:r>
              <a:rPr lang="en-US" sz="1400" dirty="0"/>
              <a:t>4 days ago</a:t>
            </a:r>
          </a:p>
          <a:p>
            <a:pPr algn="l">
              <a:lnSpc>
                <a:spcPct val="200000"/>
              </a:lnSpc>
              <a:spcAft>
                <a:spcPts val="300"/>
              </a:spcAft>
              <a:buSzPct val="100000"/>
            </a:pPr>
            <a:r>
              <a:rPr lang="en-US" sz="1400" dirty="0"/>
              <a:t>new release</a:t>
            </a:r>
          </a:p>
          <a:p>
            <a:pPr algn="l">
              <a:lnSpc>
                <a:spcPct val="200000"/>
              </a:lnSpc>
              <a:spcAft>
                <a:spcPts val="300"/>
              </a:spcAft>
              <a:buSzPct val="100000"/>
            </a:pPr>
            <a:r>
              <a:rPr lang="en-US" sz="1400" dirty="0"/>
              <a:t>update HB info</a:t>
            </a:r>
          </a:p>
          <a:p>
            <a:pPr algn="l">
              <a:spcAft>
                <a:spcPts val="300"/>
              </a:spcAft>
              <a:buSzPct val="100000"/>
            </a:pPr>
            <a:endParaRPr lang="ro-RO" sz="1200" dirty="0">
              <a:solidFill>
                <a:schemeClr val="tx2"/>
              </a:solidFill>
            </a:endParaRPr>
          </a:p>
        </p:txBody>
      </p:sp>
      <p:pic>
        <p:nvPicPr>
          <p:cNvPr id="5" name="Picture 4">
            <a:extLst>
              <a:ext uri="{FF2B5EF4-FFF2-40B4-BE49-F238E27FC236}">
                <a16:creationId xmlns:a16="http://schemas.microsoft.com/office/drawing/2014/main" id="{811EBC23-5FCF-4522-8D66-0CB82B91D1AC}"/>
              </a:ext>
            </a:extLst>
          </p:cNvPr>
          <p:cNvPicPr>
            <a:picLocks noChangeAspect="1"/>
          </p:cNvPicPr>
          <p:nvPr/>
        </p:nvPicPr>
        <p:blipFill>
          <a:blip r:embed="rId2"/>
          <a:stretch>
            <a:fillRect/>
          </a:stretch>
        </p:blipFill>
        <p:spPr>
          <a:xfrm>
            <a:off x="5559849" y="654361"/>
            <a:ext cx="3183222" cy="4016311"/>
          </a:xfrm>
          <a:prstGeom prst="rect">
            <a:avLst/>
          </a:prstGeom>
        </p:spPr>
      </p:pic>
    </p:spTree>
    <p:extLst>
      <p:ext uri="{BB962C8B-B14F-4D97-AF65-F5344CB8AC3E}">
        <p14:creationId xmlns:p14="http://schemas.microsoft.com/office/powerpoint/2010/main" val="1339367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0">
            <a:extLst>
              <a:ext uri="{FF2B5EF4-FFF2-40B4-BE49-F238E27FC236}">
                <a16:creationId xmlns:a16="http://schemas.microsoft.com/office/drawing/2014/main" id="{0D448898-747D-433E-960E-800A2F63B9F0}"/>
              </a:ext>
            </a:extLst>
          </p:cNvPr>
          <p:cNvSpPr txBox="1">
            <a:spLocks/>
          </p:cNvSpPr>
          <p:nvPr/>
        </p:nvSpPr>
        <p:spPr>
          <a:xfrm>
            <a:off x="434271" y="255600"/>
            <a:ext cx="8308800" cy="3096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dirty="0">
                <a:solidFill>
                  <a:srgbClr val="0070C0"/>
                </a:solidFill>
                <a:latin typeface="+mj-lt"/>
              </a:rPr>
              <a:t>Why to use a Version Control System?</a:t>
            </a:r>
            <a:endParaRPr lang="en-US" sz="2400" dirty="0">
              <a:latin typeface="+mj-lt"/>
            </a:endParaRPr>
          </a:p>
        </p:txBody>
      </p:sp>
      <p:sp>
        <p:nvSpPr>
          <p:cNvPr id="2" name="TextBox 1">
            <a:extLst>
              <a:ext uri="{FF2B5EF4-FFF2-40B4-BE49-F238E27FC236}">
                <a16:creationId xmlns:a16="http://schemas.microsoft.com/office/drawing/2014/main" id="{9DA11FD6-8BA6-4B23-B6A2-3F32E8D19355}"/>
              </a:ext>
            </a:extLst>
          </p:cNvPr>
          <p:cNvSpPr txBox="1"/>
          <p:nvPr/>
        </p:nvSpPr>
        <p:spPr>
          <a:xfrm>
            <a:off x="530198" y="883663"/>
            <a:ext cx="2558785" cy="3511603"/>
          </a:xfrm>
          <a:prstGeom prst="rect">
            <a:avLst/>
          </a:prstGeom>
          <a:noFill/>
        </p:spPr>
        <p:txBody>
          <a:bodyPr wrap="square" lIns="72000" tIns="72000" rIns="72000" bIns="72000" numCol="1" rtlCol="0">
            <a:noAutofit/>
          </a:bodyPr>
          <a:lstStyle/>
          <a:p>
            <a:pPr marL="0" lvl="1" indent="-171450" eaLnBrk="0" hangingPunct="0">
              <a:lnSpc>
                <a:spcPts val="2400"/>
              </a:lnSpc>
              <a:spcBef>
                <a:spcPts val="600"/>
              </a:spcBef>
              <a:spcAft>
                <a:spcPts val="300"/>
              </a:spcAft>
              <a:buSzPct val="100000"/>
              <a:buFont typeface="Wingdings" pitchFamily="2" charset="2"/>
              <a:buChar char="Ø"/>
            </a:pPr>
            <a:r>
              <a:rPr lang="en-US" dirty="0"/>
              <a:t> Revert to or review prior changes</a:t>
            </a:r>
          </a:p>
          <a:p>
            <a:pPr marL="0" lvl="1" indent="-171450" eaLnBrk="0" hangingPunct="0">
              <a:lnSpc>
                <a:spcPts val="2400"/>
              </a:lnSpc>
              <a:spcBef>
                <a:spcPts val="600"/>
              </a:spcBef>
              <a:spcAft>
                <a:spcPts val="300"/>
              </a:spcAft>
              <a:buSzPct val="100000"/>
              <a:buFont typeface="Wingdings" pitchFamily="2" charset="2"/>
              <a:buChar char="Ø"/>
            </a:pPr>
            <a:r>
              <a:rPr lang="en-US" dirty="0"/>
              <a:t> Maintain multiple versions</a:t>
            </a:r>
          </a:p>
          <a:p>
            <a:pPr marL="0" lvl="1" indent="-171450" eaLnBrk="0" hangingPunct="0">
              <a:lnSpc>
                <a:spcPts val="2400"/>
              </a:lnSpc>
              <a:spcBef>
                <a:spcPts val="600"/>
              </a:spcBef>
              <a:spcAft>
                <a:spcPts val="300"/>
              </a:spcAft>
              <a:buSzPct val="100000"/>
              <a:buFont typeface="Wingdings" pitchFamily="2" charset="2"/>
              <a:buChar char="Ø"/>
            </a:pPr>
            <a:r>
              <a:rPr lang="en-US" dirty="0"/>
              <a:t> Compare differences</a:t>
            </a:r>
          </a:p>
          <a:p>
            <a:pPr marL="0" lvl="1" indent="-171450" eaLnBrk="0" hangingPunct="0">
              <a:lnSpc>
                <a:spcPts val="2400"/>
              </a:lnSpc>
              <a:spcBef>
                <a:spcPts val="600"/>
              </a:spcBef>
              <a:spcAft>
                <a:spcPts val="300"/>
              </a:spcAft>
              <a:buSzPct val="100000"/>
              <a:buFont typeface="Wingdings" pitchFamily="2" charset="2"/>
              <a:buChar char="Ø"/>
            </a:pPr>
            <a:r>
              <a:rPr lang="en-US" dirty="0"/>
              <a:t> Share and collaborate</a:t>
            </a:r>
          </a:p>
          <a:p>
            <a:pPr marL="0" lvl="1" indent="-171450" eaLnBrk="0" hangingPunct="0">
              <a:lnSpc>
                <a:spcPts val="2400"/>
              </a:lnSpc>
              <a:spcBef>
                <a:spcPts val="600"/>
              </a:spcBef>
              <a:spcAft>
                <a:spcPts val="300"/>
              </a:spcAft>
              <a:buSzPct val="100000"/>
              <a:buFont typeface="Wingdings" pitchFamily="2" charset="2"/>
              <a:buChar char="Ø"/>
            </a:pPr>
            <a:r>
              <a:rPr lang="en-US" dirty="0"/>
              <a:t> Continuous Integration &amp; Delivery</a:t>
            </a:r>
          </a:p>
          <a:p>
            <a:pPr marL="0" lvl="1" indent="-171450" eaLnBrk="0" hangingPunct="0">
              <a:lnSpc>
                <a:spcPts val="2400"/>
              </a:lnSpc>
              <a:spcBef>
                <a:spcPts val="600"/>
              </a:spcBef>
              <a:spcAft>
                <a:spcPts val="300"/>
              </a:spcAft>
              <a:buSzPct val="100000"/>
              <a:buFont typeface="Wingdings" pitchFamily="2" charset="2"/>
              <a:buChar char="Ø"/>
            </a:pPr>
            <a:endParaRPr lang="ro-RO" dirty="0"/>
          </a:p>
        </p:txBody>
      </p:sp>
      <p:pic>
        <p:nvPicPr>
          <p:cNvPr id="6" name="Picture 5">
            <a:extLst>
              <a:ext uri="{FF2B5EF4-FFF2-40B4-BE49-F238E27FC236}">
                <a16:creationId xmlns:a16="http://schemas.microsoft.com/office/drawing/2014/main" id="{410B2DEC-437A-4D41-9F9D-D2D445418D03}"/>
              </a:ext>
            </a:extLst>
          </p:cNvPr>
          <p:cNvPicPr>
            <a:picLocks noChangeAspect="1"/>
          </p:cNvPicPr>
          <p:nvPr/>
        </p:nvPicPr>
        <p:blipFill>
          <a:blip r:embed="rId2"/>
          <a:stretch>
            <a:fillRect/>
          </a:stretch>
        </p:blipFill>
        <p:spPr>
          <a:xfrm>
            <a:off x="3213248" y="1308793"/>
            <a:ext cx="5683542" cy="2661341"/>
          </a:xfrm>
          <a:prstGeom prst="rect">
            <a:avLst/>
          </a:prstGeom>
        </p:spPr>
      </p:pic>
    </p:spTree>
    <p:extLst>
      <p:ext uri="{BB962C8B-B14F-4D97-AF65-F5344CB8AC3E}">
        <p14:creationId xmlns:p14="http://schemas.microsoft.com/office/powerpoint/2010/main" val="1887610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0">
            <a:extLst>
              <a:ext uri="{FF2B5EF4-FFF2-40B4-BE49-F238E27FC236}">
                <a16:creationId xmlns:a16="http://schemas.microsoft.com/office/drawing/2014/main" id="{0D448898-747D-433E-960E-800A2F63B9F0}"/>
              </a:ext>
            </a:extLst>
          </p:cNvPr>
          <p:cNvSpPr txBox="1">
            <a:spLocks/>
          </p:cNvSpPr>
          <p:nvPr/>
        </p:nvSpPr>
        <p:spPr>
          <a:xfrm>
            <a:off x="434271" y="255600"/>
            <a:ext cx="8308800" cy="3096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dirty="0">
                <a:solidFill>
                  <a:srgbClr val="0070C0"/>
                </a:solidFill>
                <a:latin typeface="+mj-lt"/>
              </a:rPr>
              <a:t>Distributed vs. Centralized Version Control System</a:t>
            </a:r>
            <a:endParaRPr lang="en-US" sz="2400" dirty="0">
              <a:latin typeface="+mj-lt"/>
            </a:endParaRPr>
          </a:p>
        </p:txBody>
      </p:sp>
      <p:sp>
        <p:nvSpPr>
          <p:cNvPr id="2" name="TextBox 1">
            <a:extLst>
              <a:ext uri="{FF2B5EF4-FFF2-40B4-BE49-F238E27FC236}">
                <a16:creationId xmlns:a16="http://schemas.microsoft.com/office/drawing/2014/main" id="{9DA11FD6-8BA6-4B23-B6A2-3F32E8D19355}"/>
              </a:ext>
            </a:extLst>
          </p:cNvPr>
          <p:cNvSpPr txBox="1"/>
          <p:nvPr/>
        </p:nvSpPr>
        <p:spPr>
          <a:xfrm>
            <a:off x="530198" y="872138"/>
            <a:ext cx="8083604" cy="445673"/>
          </a:xfrm>
          <a:prstGeom prst="rect">
            <a:avLst/>
          </a:prstGeom>
          <a:noFill/>
        </p:spPr>
        <p:txBody>
          <a:bodyPr wrap="square" lIns="72000" tIns="72000" rIns="72000" bIns="72000" rtlCol="0">
            <a:noAutofit/>
          </a:bodyPr>
          <a:lstStyle/>
          <a:p>
            <a:pPr marL="0" lvl="1" indent="-171450" eaLnBrk="0" hangingPunct="0">
              <a:lnSpc>
                <a:spcPts val="2400"/>
              </a:lnSpc>
              <a:spcBef>
                <a:spcPts val="600"/>
              </a:spcBef>
              <a:spcAft>
                <a:spcPts val="300"/>
              </a:spcAft>
              <a:buSzPct val="100000"/>
              <a:buFont typeface="Wingdings" pitchFamily="2" charset="2"/>
              <a:buChar char="Ø"/>
            </a:pPr>
            <a:r>
              <a:rPr lang="en-US" dirty="0"/>
              <a:t> Centralized</a:t>
            </a:r>
            <a:endParaRPr lang="ro-RO" dirty="0"/>
          </a:p>
        </p:txBody>
      </p:sp>
      <p:pic>
        <p:nvPicPr>
          <p:cNvPr id="5122" name="Picture 2" descr="Switching from Subversion to Git | Learn Version Control with Git">
            <a:extLst>
              <a:ext uri="{FF2B5EF4-FFF2-40B4-BE49-F238E27FC236}">
                <a16:creationId xmlns:a16="http://schemas.microsoft.com/office/drawing/2014/main" id="{9BE7E247-3697-4CBD-B333-5397AFBE1F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1" y="872138"/>
            <a:ext cx="3857386" cy="387292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52DC146-00A3-485A-A153-1371627EEBBF}"/>
              </a:ext>
            </a:extLst>
          </p:cNvPr>
          <p:cNvSpPr txBox="1"/>
          <p:nvPr/>
        </p:nvSpPr>
        <p:spPr>
          <a:xfrm>
            <a:off x="530198" y="2087109"/>
            <a:ext cx="3941910" cy="445673"/>
          </a:xfrm>
          <a:prstGeom prst="rect">
            <a:avLst/>
          </a:prstGeom>
          <a:noFill/>
        </p:spPr>
        <p:txBody>
          <a:bodyPr wrap="square" lIns="72000" tIns="72000" rIns="72000" bIns="72000" rtlCol="0">
            <a:noAutofit/>
          </a:bodyPr>
          <a:lstStyle/>
          <a:p>
            <a:pPr marL="0" lvl="1" indent="-171450" eaLnBrk="0" hangingPunct="0">
              <a:lnSpc>
                <a:spcPts val="2400"/>
              </a:lnSpc>
              <a:spcBef>
                <a:spcPts val="600"/>
              </a:spcBef>
              <a:spcAft>
                <a:spcPts val="300"/>
              </a:spcAft>
              <a:buSzPct val="100000"/>
              <a:buFont typeface="Wingdings" pitchFamily="2" charset="2"/>
              <a:buChar char="Ø"/>
            </a:pPr>
            <a:r>
              <a:rPr lang="en-US" dirty="0"/>
              <a:t> Distributed</a:t>
            </a:r>
            <a:endParaRPr lang="ro-RO" dirty="0"/>
          </a:p>
        </p:txBody>
      </p:sp>
      <p:sp>
        <p:nvSpPr>
          <p:cNvPr id="6" name="Rectangle 5">
            <a:extLst>
              <a:ext uri="{FF2B5EF4-FFF2-40B4-BE49-F238E27FC236}">
                <a16:creationId xmlns:a16="http://schemas.microsoft.com/office/drawing/2014/main" id="{12FE3D41-6397-4A8F-B532-9E375EF6661A}"/>
              </a:ext>
            </a:extLst>
          </p:cNvPr>
          <p:cNvSpPr/>
          <p:nvPr/>
        </p:nvSpPr>
        <p:spPr>
          <a:xfrm>
            <a:off x="530198" y="1215123"/>
            <a:ext cx="4572000" cy="923330"/>
          </a:xfrm>
          <a:prstGeom prst="rect">
            <a:avLst/>
          </a:prstGeom>
        </p:spPr>
        <p:txBody>
          <a:bodyPr>
            <a:spAutoFit/>
          </a:bodyPr>
          <a:lstStyle/>
          <a:p>
            <a:r>
              <a:rPr lang="en-US" dirty="0">
                <a:solidFill>
                  <a:srgbClr val="002D4F"/>
                </a:solidFill>
                <a:latin typeface="proxima-nova"/>
              </a:rPr>
              <a:t>Subversion is a </a:t>
            </a:r>
            <a:r>
              <a:rPr lang="en-US" i="1" dirty="0">
                <a:latin typeface="proxima-nova"/>
              </a:rPr>
              <a:t>centralized</a:t>
            </a:r>
            <a:r>
              <a:rPr lang="en-US" dirty="0">
                <a:solidFill>
                  <a:srgbClr val="002D4F"/>
                </a:solidFill>
                <a:latin typeface="proxima-nova"/>
              </a:rPr>
              <a:t> VCS: all team members work towards a single central repository, placed on a remote server. </a:t>
            </a:r>
            <a:endParaRPr lang="ro-RO" dirty="0"/>
          </a:p>
        </p:txBody>
      </p:sp>
      <p:sp>
        <p:nvSpPr>
          <p:cNvPr id="8" name="Rectangle 7">
            <a:extLst>
              <a:ext uri="{FF2B5EF4-FFF2-40B4-BE49-F238E27FC236}">
                <a16:creationId xmlns:a16="http://schemas.microsoft.com/office/drawing/2014/main" id="{DF9AF2E3-DA3D-4B05-99D3-26E81F059EE9}"/>
              </a:ext>
            </a:extLst>
          </p:cNvPr>
          <p:cNvSpPr/>
          <p:nvPr/>
        </p:nvSpPr>
        <p:spPr>
          <a:xfrm>
            <a:off x="530198" y="2481438"/>
            <a:ext cx="3941910" cy="2031325"/>
          </a:xfrm>
          <a:prstGeom prst="rect">
            <a:avLst/>
          </a:prstGeom>
        </p:spPr>
        <p:txBody>
          <a:bodyPr wrap="square">
            <a:spAutoFit/>
          </a:bodyPr>
          <a:lstStyle/>
          <a:p>
            <a:r>
              <a:rPr lang="en-US" dirty="0">
                <a:solidFill>
                  <a:srgbClr val="002D4F"/>
                </a:solidFill>
                <a:latin typeface="proxima-nova"/>
              </a:rPr>
              <a:t>In Git things work a little differently, a Git user will "clone" a repository from a remote server. In return, he receives a full-fledged repository, not just a working copy. The user then has his own repository on his local machine - including all of the project's history.</a:t>
            </a:r>
            <a:endParaRPr lang="ro-RO" dirty="0"/>
          </a:p>
        </p:txBody>
      </p:sp>
    </p:spTree>
    <p:extLst>
      <p:ext uri="{BB962C8B-B14F-4D97-AF65-F5344CB8AC3E}">
        <p14:creationId xmlns:p14="http://schemas.microsoft.com/office/powerpoint/2010/main" val="2350682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32DBBAD8-3BD5-4004-A9DE-7A110AA19A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1269" y="1701942"/>
            <a:ext cx="6254803" cy="2998179"/>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10">
            <a:extLst>
              <a:ext uri="{FF2B5EF4-FFF2-40B4-BE49-F238E27FC236}">
                <a16:creationId xmlns:a16="http://schemas.microsoft.com/office/drawing/2014/main" id="{0D448898-747D-433E-960E-800A2F63B9F0}"/>
              </a:ext>
            </a:extLst>
          </p:cNvPr>
          <p:cNvSpPr txBox="1">
            <a:spLocks/>
          </p:cNvSpPr>
          <p:nvPr/>
        </p:nvSpPr>
        <p:spPr>
          <a:xfrm>
            <a:off x="434271" y="255600"/>
            <a:ext cx="8308800" cy="3096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dirty="0">
                <a:solidFill>
                  <a:srgbClr val="0070C0"/>
                </a:solidFill>
                <a:latin typeface="+mj-lt"/>
              </a:rPr>
              <a:t>Remote Repositories (on GitHub &amp; Bitbucket)</a:t>
            </a:r>
          </a:p>
          <a:p>
            <a:pPr marL="0" indent="0">
              <a:buNone/>
            </a:pPr>
            <a:endParaRPr lang="en-US" sz="2400" dirty="0">
              <a:latin typeface="+mj-lt"/>
            </a:endParaRPr>
          </a:p>
        </p:txBody>
      </p:sp>
      <p:sp>
        <p:nvSpPr>
          <p:cNvPr id="2" name="Rectangle 1">
            <a:extLst>
              <a:ext uri="{FF2B5EF4-FFF2-40B4-BE49-F238E27FC236}">
                <a16:creationId xmlns:a16="http://schemas.microsoft.com/office/drawing/2014/main" id="{D7DBAD57-DD88-4F3A-8D4B-C8BB5CDAC417}"/>
              </a:ext>
            </a:extLst>
          </p:cNvPr>
          <p:cNvSpPr/>
          <p:nvPr/>
        </p:nvSpPr>
        <p:spPr>
          <a:xfrm>
            <a:off x="710155" y="742140"/>
            <a:ext cx="7757032" cy="1200329"/>
          </a:xfrm>
          <a:prstGeom prst="rect">
            <a:avLst/>
          </a:prstGeom>
        </p:spPr>
        <p:txBody>
          <a:bodyPr wrap="square">
            <a:spAutoFit/>
          </a:bodyPr>
          <a:lstStyle/>
          <a:p>
            <a:r>
              <a:rPr lang="en-US" dirty="0">
                <a:solidFill>
                  <a:srgbClr val="000000"/>
                </a:solidFill>
                <a:latin typeface="freight-sans-pro"/>
              </a:rPr>
              <a:t>	Storing a copy of your Git repo with an online host (such as GitHub or Bitbucket) gives you a centrally located place where you can upload your changes and download changes from others, letting you collaborate more easily with other developers. </a:t>
            </a:r>
            <a:endParaRPr lang="ro-RO" dirty="0"/>
          </a:p>
        </p:txBody>
      </p:sp>
    </p:spTree>
    <p:extLst>
      <p:ext uri="{BB962C8B-B14F-4D97-AF65-F5344CB8AC3E}">
        <p14:creationId xmlns:p14="http://schemas.microsoft.com/office/powerpoint/2010/main" val="51329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0">
            <a:extLst>
              <a:ext uri="{FF2B5EF4-FFF2-40B4-BE49-F238E27FC236}">
                <a16:creationId xmlns:a16="http://schemas.microsoft.com/office/drawing/2014/main" id="{0D448898-747D-433E-960E-800A2F63B9F0}"/>
              </a:ext>
            </a:extLst>
          </p:cNvPr>
          <p:cNvSpPr txBox="1">
            <a:spLocks/>
          </p:cNvSpPr>
          <p:nvPr/>
        </p:nvSpPr>
        <p:spPr>
          <a:xfrm>
            <a:off x="434271" y="255600"/>
            <a:ext cx="8308800" cy="3096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dirty="0">
                <a:solidFill>
                  <a:srgbClr val="0070C0"/>
                </a:solidFill>
                <a:latin typeface="+mj-lt"/>
              </a:rPr>
              <a:t>Ways</a:t>
            </a:r>
            <a:r>
              <a:rPr lang="ro-RO" sz="2400" b="1" dirty="0">
                <a:solidFill>
                  <a:srgbClr val="0070C0"/>
                </a:solidFill>
                <a:latin typeface="+mj-lt"/>
              </a:rPr>
              <a:t> </a:t>
            </a:r>
            <a:r>
              <a:rPr lang="en-US" sz="2400" b="1" dirty="0">
                <a:solidFill>
                  <a:srgbClr val="0070C0"/>
                </a:solidFill>
                <a:latin typeface="+mj-lt"/>
              </a:rPr>
              <a:t>to Use Git</a:t>
            </a:r>
          </a:p>
          <a:p>
            <a:pPr marL="0" indent="0">
              <a:buNone/>
            </a:pPr>
            <a:endParaRPr lang="en-US" sz="2400" dirty="0">
              <a:latin typeface="+mj-lt"/>
            </a:endParaRPr>
          </a:p>
        </p:txBody>
      </p:sp>
      <p:sp>
        <p:nvSpPr>
          <p:cNvPr id="2" name="Rectangle 1">
            <a:extLst>
              <a:ext uri="{FF2B5EF4-FFF2-40B4-BE49-F238E27FC236}">
                <a16:creationId xmlns:a16="http://schemas.microsoft.com/office/drawing/2014/main" id="{D7DBAD57-DD88-4F3A-8D4B-C8BB5CDAC417}"/>
              </a:ext>
            </a:extLst>
          </p:cNvPr>
          <p:cNvSpPr/>
          <p:nvPr/>
        </p:nvSpPr>
        <p:spPr>
          <a:xfrm>
            <a:off x="710155" y="742140"/>
            <a:ext cx="7757032" cy="923330"/>
          </a:xfrm>
          <a:prstGeom prst="rect">
            <a:avLst/>
          </a:prstGeom>
        </p:spPr>
        <p:txBody>
          <a:bodyPr wrap="square">
            <a:spAutoFit/>
          </a:bodyPr>
          <a:lstStyle/>
          <a:p>
            <a:r>
              <a:rPr lang="en-US" dirty="0">
                <a:solidFill>
                  <a:srgbClr val="000000"/>
                </a:solidFill>
                <a:latin typeface="freight-sans-pro"/>
              </a:rPr>
              <a:t>	Git is software that you can access via a command line (terminal), a desktop app that has a GUI (graphical user interface) such as </a:t>
            </a:r>
            <a:r>
              <a:rPr lang="en-US" dirty="0" err="1">
                <a:solidFill>
                  <a:srgbClr val="2448FF"/>
                </a:solidFill>
                <a:latin typeface="freight-sans-pro"/>
                <a:hlinkClick r:id="rId2"/>
              </a:rPr>
              <a:t>Sourcetree</a:t>
            </a:r>
            <a:r>
              <a:rPr lang="en-US" dirty="0">
                <a:solidFill>
                  <a:srgbClr val="000000"/>
                </a:solidFill>
                <a:latin typeface="freight-sans-pro"/>
              </a:rPr>
              <a:t> (shown below) or Plugins (for instance, Eclipse plugin for git)</a:t>
            </a:r>
            <a:endParaRPr lang="ro-RO" dirty="0"/>
          </a:p>
        </p:txBody>
      </p:sp>
      <p:pic>
        <p:nvPicPr>
          <p:cNvPr id="5" name="Picture 4">
            <a:extLst>
              <a:ext uri="{FF2B5EF4-FFF2-40B4-BE49-F238E27FC236}">
                <a16:creationId xmlns:a16="http://schemas.microsoft.com/office/drawing/2014/main" id="{FF3CCE97-15CF-457E-AAD2-14C5A44F6049}"/>
              </a:ext>
            </a:extLst>
          </p:cNvPr>
          <p:cNvPicPr>
            <a:picLocks noChangeAspect="1"/>
          </p:cNvPicPr>
          <p:nvPr/>
        </p:nvPicPr>
        <p:blipFill>
          <a:blip r:embed="rId3"/>
          <a:stretch>
            <a:fillRect/>
          </a:stretch>
        </p:blipFill>
        <p:spPr>
          <a:xfrm>
            <a:off x="2040991" y="1741975"/>
            <a:ext cx="5062017" cy="3004876"/>
          </a:xfrm>
          <a:prstGeom prst="rect">
            <a:avLst/>
          </a:prstGeom>
        </p:spPr>
      </p:pic>
    </p:spTree>
    <p:extLst>
      <p:ext uri="{BB962C8B-B14F-4D97-AF65-F5344CB8AC3E}">
        <p14:creationId xmlns:p14="http://schemas.microsoft.com/office/powerpoint/2010/main" val="2213391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0">
            <a:extLst>
              <a:ext uri="{FF2B5EF4-FFF2-40B4-BE49-F238E27FC236}">
                <a16:creationId xmlns:a16="http://schemas.microsoft.com/office/drawing/2014/main" id="{0D448898-747D-433E-960E-800A2F63B9F0}"/>
              </a:ext>
            </a:extLst>
          </p:cNvPr>
          <p:cNvSpPr txBox="1">
            <a:spLocks/>
          </p:cNvSpPr>
          <p:nvPr/>
        </p:nvSpPr>
        <p:spPr>
          <a:xfrm>
            <a:off x="434271" y="255600"/>
            <a:ext cx="8308800" cy="3096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dirty="0">
                <a:solidFill>
                  <a:srgbClr val="0070C0"/>
                </a:solidFill>
                <a:latin typeface="+mj-lt"/>
              </a:rPr>
              <a:t>Understand the working of GIT</a:t>
            </a:r>
            <a:endParaRPr lang="en-US" sz="2400" dirty="0">
              <a:latin typeface="+mj-lt"/>
            </a:endParaRPr>
          </a:p>
        </p:txBody>
      </p:sp>
      <p:pic>
        <p:nvPicPr>
          <p:cNvPr id="7" name="Picture 6">
            <a:extLst>
              <a:ext uri="{FF2B5EF4-FFF2-40B4-BE49-F238E27FC236}">
                <a16:creationId xmlns:a16="http://schemas.microsoft.com/office/drawing/2014/main" id="{E83108FC-0412-4F8A-B75B-52DAA98B89C8}"/>
              </a:ext>
            </a:extLst>
          </p:cNvPr>
          <p:cNvPicPr>
            <a:picLocks noChangeAspect="1"/>
          </p:cNvPicPr>
          <p:nvPr/>
        </p:nvPicPr>
        <p:blipFill>
          <a:blip r:embed="rId2"/>
          <a:stretch>
            <a:fillRect/>
          </a:stretch>
        </p:blipFill>
        <p:spPr>
          <a:xfrm>
            <a:off x="1926516" y="648893"/>
            <a:ext cx="5324309" cy="4379346"/>
          </a:xfrm>
          <a:prstGeom prst="rect">
            <a:avLst/>
          </a:prstGeom>
        </p:spPr>
      </p:pic>
    </p:spTree>
    <p:extLst>
      <p:ext uri="{BB962C8B-B14F-4D97-AF65-F5344CB8AC3E}">
        <p14:creationId xmlns:p14="http://schemas.microsoft.com/office/powerpoint/2010/main" val="967373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0">
            <a:extLst>
              <a:ext uri="{FF2B5EF4-FFF2-40B4-BE49-F238E27FC236}">
                <a16:creationId xmlns:a16="http://schemas.microsoft.com/office/drawing/2014/main" id="{0D448898-747D-433E-960E-800A2F63B9F0}"/>
              </a:ext>
            </a:extLst>
          </p:cNvPr>
          <p:cNvSpPr txBox="1">
            <a:spLocks/>
          </p:cNvSpPr>
          <p:nvPr/>
        </p:nvSpPr>
        <p:spPr>
          <a:xfrm>
            <a:off x="434271" y="255600"/>
            <a:ext cx="8308800" cy="3096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dirty="0">
                <a:solidFill>
                  <a:srgbClr val="0070C0"/>
                </a:solidFill>
                <a:latin typeface="+mj-lt"/>
              </a:rPr>
              <a:t>GIT repository</a:t>
            </a:r>
            <a:endParaRPr lang="en-US" sz="2400" dirty="0">
              <a:latin typeface="+mj-lt"/>
            </a:endParaRPr>
          </a:p>
        </p:txBody>
      </p:sp>
      <p:sp>
        <p:nvSpPr>
          <p:cNvPr id="2" name="TextBox 1">
            <a:extLst>
              <a:ext uri="{FF2B5EF4-FFF2-40B4-BE49-F238E27FC236}">
                <a16:creationId xmlns:a16="http://schemas.microsoft.com/office/drawing/2014/main" id="{F9F2147D-A605-45CF-867F-0A4CA5B3BCB5}"/>
              </a:ext>
            </a:extLst>
          </p:cNvPr>
          <p:cNvSpPr txBox="1"/>
          <p:nvPr/>
        </p:nvSpPr>
        <p:spPr>
          <a:xfrm>
            <a:off x="553250" y="929768"/>
            <a:ext cx="8045184" cy="1045029"/>
          </a:xfrm>
          <a:prstGeom prst="rect">
            <a:avLst/>
          </a:prstGeom>
          <a:noFill/>
        </p:spPr>
        <p:txBody>
          <a:bodyPr wrap="square" lIns="72000" tIns="72000" rIns="72000" bIns="72000" rtlCol="0">
            <a:noAutofit/>
          </a:bodyPr>
          <a:lstStyle/>
          <a:p>
            <a:pPr>
              <a:spcAft>
                <a:spcPts val="300"/>
              </a:spcAft>
              <a:buSzPct val="100000"/>
            </a:pPr>
            <a:r>
              <a:rPr lang="en-US" dirty="0">
                <a:solidFill>
                  <a:srgbClr val="002D4F"/>
                </a:solidFill>
                <a:latin typeface="proxima-nova"/>
              </a:rPr>
              <a:t>	A Git repository (or repo for short) contains all of the project files and the entire revision history. You’ll take an ordinary folder of files (such as a website’s root folder), and tell Git to make it a repository. This creates a .git subfolder, which contains all of the Git metadata for tracking changes.</a:t>
            </a:r>
          </a:p>
        </p:txBody>
      </p:sp>
      <p:pic>
        <p:nvPicPr>
          <p:cNvPr id="1026" name="Picture 2" descr="Set up a repository - Azure DevOps | Microsoft Docs">
            <a:extLst>
              <a:ext uri="{FF2B5EF4-FFF2-40B4-BE49-F238E27FC236}">
                <a16:creationId xmlns:a16="http://schemas.microsoft.com/office/drawing/2014/main" id="{DDFDE75E-3C16-4AB8-B7D7-45BBAA98AF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4365" y="2160412"/>
            <a:ext cx="3749809" cy="2954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828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0">
            <a:extLst>
              <a:ext uri="{FF2B5EF4-FFF2-40B4-BE49-F238E27FC236}">
                <a16:creationId xmlns:a16="http://schemas.microsoft.com/office/drawing/2014/main" id="{0D448898-747D-433E-960E-800A2F63B9F0}"/>
              </a:ext>
            </a:extLst>
          </p:cNvPr>
          <p:cNvSpPr txBox="1">
            <a:spLocks/>
          </p:cNvSpPr>
          <p:nvPr/>
        </p:nvSpPr>
        <p:spPr>
          <a:xfrm>
            <a:off x="434271" y="255600"/>
            <a:ext cx="8308800" cy="3096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dirty="0">
                <a:solidFill>
                  <a:srgbClr val="0070C0"/>
                </a:solidFill>
                <a:latin typeface="+mj-lt"/>
              </a:rPr>
              <a:t>Clone in GIT</a:t>
            </a:r>
            <a:endParaRPr lang="en-US" sz="2400" dirty="0">
              <a:latin typeface="+mj-lt"/>
            </a:endParaRPr>
          </a:p>
        </p:txBody>
      </p:sp>
      <p:sp>
        <p:nvSpPr>
          <p:cNvPr id="2" name="TextBox 1">
            <a:extLst>
              <a:ext uri="{FF2B5EF4-FFF2-40B4-BE49-F238E27FC236}">
                <a16:creationId xmlns:a16="http://schemas.microsoft.com/office/drawing/2014/main" id="{F9F2147D-A605-45CF-867F-0A4CA5B3BCB5}"/>
              </a:ext>
            </a:extLst>
          </p:cNvPr>
          <p:cNvSpPr txBox="1"/>
          <p:nvPr/>
        </p:nvSpPr>
        <p:spPr>
          <a:xfrm>
            <a:off x="553250" y="929768"/>
            <a:ext cx="8045184" cy="3135086"/>
          </a:xfrm>
          <a:prstGeom prst="rect">
            <a:avLst/>
          </a:prstGeom>
          <a:noFill/>
        </p:spPr>
        <p:txBody>
          <a:bodyPr wrap="square" lIns="72000" tIns="72000" rIns="72000" bIns="72000" rtlCol="0">
            <a:noAutofit/>
          </a:bodyPr>
          <a:lstStyle/>
          <a:p>
            <a:pPr>
              <a:spcAft>
                <a:spcPts val="300"/>
              </a:spcAft>
              <a:buSzPct val="100000"/>
            </a:pPr>
            <a:r>
              <a:rPr lang="en-US" dirty="0">
                <a:solidFill>
                  <a:srgbClr val="002D4F"/>
                </a:solidFill>
                <a:latin typeface="proxima-nova"/>
              </a:rPr>
              <a:t>	Using clone you can clone/download a </a:t>
            </a:r>
            <a:r>
              <a:rPr lang="en-US" dirty="0">
                <a:solidFill>
                  <a:srgbClr val="002D4F"/>
                </a:solidFill>
                <a:latin typeface="Nirmala UI Semilight" panose="020B0402040204020203" pitchFamily="34" charset="0"/>
                <a:cs typeface="Nirmala UI Semilight" panose="020B0402040204020203" pitchFamily="34" charset="0"/>
              </a:rPr>
              <a:t>repository</a:t>
            </a:r>
            <a:r>
              <a:rPr lang="en-US" dirty="0">
                <a:solidFill>
                  <a:srgbClr val="002D4F"/>
                </a:solidFill>
                <a:latin typeface="proxima-nova"/>
              </a:rPr>
              <a:t> and its entire version history.  Instead of getting just a working copy, Git receives a full copy of nearly all data that the server has. Every version of every file for the history of the project is pulled down by default when you run git clone. </a:t>
            </a:r>
          </a:p>
          <a:p>
            <a:pPr>
              <a:spcAft>
                <a:spcPts val="300"/>
              </a:spcAft>
              <a:buSzPct val="100000"/>
            </a:pPr>
            <a:endParaRPr lang="en-US" dirty="0">
              <a:solidFill>
                <a:srgbClr val="002D4F"/>
              </a:solidFill>
              <a:latin typeface="proxima-nova"/>
            </a:endParaRPr>
          </a:p>
          <a:p>
            <a:pPr>
              <a:spcAft>
                <a:spcPts val="300"/>
              </a:spcAft>
              <a:buSzPct val="100000"/>
            </a:pPr>
            <a:r>
              <a:rPr lang="en-US" dirty="0">
                <a:solidFill>
                  <a:srgbClr val="002D4F"/>
                </a:solidFill>
                <a:latin typeface="proxima-nova"/>
              </a:rPr>
              <a:t>You clone a repository with git clone &lt;</a:t>
            </a:r>
            <a:r>
              <a:rPr lang="en-US" dirty="0" err="1">
                <a:solidFill>
                  <a:srgbClr val="002D4F"/>
                </a:solidFill>
                <a:latin typeface="proxima-nova"/>
              </a:rPr>
              <a:t>url</a:t>
            </a:r>
            <a:r>
              <a:rPr lang="en-US" dirty="0">
                <a:solidFill>
                  <a:srgbClr val="002D4F"/>
                </a:solidFill>
                <a:latin typeface="proxima-nova"/>
              </a:rPr>
              <a:t>&gt;. For example, if you want to clone the Git project “</a:t>
            </a:r>
            <a:r>
              <a:rPr lang="en-US" dirty="0" err="1">
                <a:solidFill>
                  <a:srgbClr val="002D4F"/>
                </a:solidFill>
                <a:latin typeface="proxima-nova"/>
              </a:rPr>
              <a:t>apachepoitest</a:t>
            </a:r>
            <a:r>
              <a:rPr lang="en-US" dirty="0">
                <a:solidFill>
                  <a:srgbClr val="002D4F"/>
                </a:solidFill>
                <a:latin typeface="proxima-nova"/>
              </a:rPr>
              <a:t>”, you can do so like this:</a:t>
            </a:r>
          </a:p>
          <a:p>
            <a:pPr>
              <a:spcAft>
                <a:spcPts val="300"/>
              </a:spcAft>
              <a:buSzPct val="100000"/>
            </a:pPr>
            <a:endParaRPr lang="en-US" dirty="0">
              <a:solidFill>
                <a:srgbClr val="002D4F"/>
              </a:solidFill>
              <a:latin typeface="proxima-nova"/>
            </a:endParaRPr>
          </a:p>
          <a:p>
            <a:pPr>
              <a:spcAft>
                <a:spcPts val="300"/>
              </a:spcAft>
              <a:buSzPct val="100000"/>
            </a:pPr>
            <a:r>
              <a:rPr lang="en-US" dirty="0">
                <a:solidFill>
                  <a:srgbClr val="002D4F"/>
                </a:solidFill>
                <a:latin typeface="proxima-nova"/>
              </a:rPr>
              <a:t>$ git clone https://github.com/&lt;user_name&gt;/apachepoitest </a:t>
            </a:r>
          </a:p>
        </p:txBody>
      </p:sp>
    </p:spTree>
    <p:extLst>
      <p:ext uri="{BB962C8B-B14F-4D97-AF65-F5344CB8AC3E}">
        <p14:creationId xmlns:p14="http://schemas.microsoft.com/office/powerpoint/2010/main" val="3830732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Git Staging Area: Explained Like I'm Five - DEV">
            <a:extLst>
              <a:ext uri="{FF2B5EF4-FFF2-40B4-BE49-F238E27FC236}">
                <a16:creationId xmlns:a16="http://schemas.microsoft.com/office/drawing/2014/main" id="{BFB0732C-90E7-473E-80B4-F3FCCAE50B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2663" y="2305211"/>
            <a:ext cx="2382049" cy="1339902"/>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10">
            <a:extLst>
              <a:ext uri="{FF2B5EF4-FFF2-40B4-BE49-F238E27FC236}">
                <a16:creationId xmlns:a16="http://schemas.microsoft.com/office/drawing/2014/main" id="{0D448898-747D-433E-960E-800A2F63B9F0}"/>
              </a:ext>
            </a:extLst>
          </p:cNvPr>
          <p:cNvSpPr txBox="1">
            <a:spLocks/>
          </p:cNvSpPr>
          <p:nvPr/>
        </p:nvSpPr>
        <p:spPr>
          <a:xfrm>
            <a:off x="434271" y="255600"/>
            <a:ext cx="8308800" cy="3096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dirty="0">
                <a:solidFill>
                  <a:srgbClr val="0070C0"/>
                </a:solidFill>
                <a:latin typeface="+mj-lt"/>
              </a:rPr>
              <a:t>Stage &amp; Commit</a:t>
            </a:r>
            <a:endParaRPr lang="en-US" sz="2400" dirty="0">
              <a:latin typeface="+mj-lt"/>
            </a:endParaRPr>
          </a:p>
        </p:txBody>
      </p:sp>
      <p:sp>
        <p:nvSpPr>
          <p:cNvPr id="2" name="TextBox 1">
            <a:extLst>
              <a:ext uri="{FF2B5EF4-FFF2-40B4-BE49-F238E27FC236}">
                <a16:creationId xmlns:a16="http://schemas.microsoft.com/office/drawing/2014/main" id="{F9F2147D-A605-45CF-867F-0A4CA5B3BCB5}"/>
              </a:ext>
            </a:extLst>
          </p:cNvPr>
          <p:cNvSpPr txBox="1"/>
          <p:nvPr/>
        </p:nvSpPr>
        <p:spPr>
          <a:xfrm>
            <a:off x="549408" y="837560"/>
            <a:ext cx="8045184" cy="3611496"/>
          </a:xfrm>
          <a:prstGeom prst="rect">
            <a:avLst/>
          </a:prstGeom>
          <a:noFill/>
        </p:spPr>
        <p:txBody>
          <a:bodyPr wrap="square" lIns="72000" tIns="72000" rIns="72000" bIns="72000" rtlCol="0">
            <a:noAutofit/>
          </a:bodyPr>
          <a:lstStyle/>
          <a:p>
            <a:pPr>
              <a:spcAft>
                <a:spcPts val="300"/>
              </a:spcAft>
              <a:buSzPct val="100000"/>
            </a:pPr>
            <a:r>
              <a:rPr lang="en-US" dirty="0">
                <a:solidFill>
                  <a:srgbClr val="002D4F"/>
                </a:solidFill>
                <a:latin typeface="proxima-nova"/>
              </a:rPr>
              <a:t>	Think of Git as keeping a list of changes to files. So how do we tell Git to record our changes? Each recorded change to a file or set of files is called a commit.</a:t>
            </a:r>
          </a:p>
          <a:p>
            <a:pPr>
              <a:spcAft>
                <a:spcPts val="300"/>
              </a:spcAft>
              <a:buSzPct val="100000"/>
            </a:pPr>
            <a:endParaRPr lang="en-US" dirty="0">
              <a:solidFill>
                <a:srgbClr val="002D4F"/>
              </a:solidFill>
              <a:latin typeface="proxima-nova"/>
            </a:endParaRPr>
          </a:p>
          <a:p>
            <a:pPr>
              <a:spcAft>
                <a:spcPts val="300"/>
              </a:spcAft>
              <a:buSzPct val="100000"/>
            </a:pPr>
            <a:r>
              <a:rPr lang="en-US" dirty="0">
                <a:solidFill>
                  <a:srgbClr val="002D4F"/>
                </a:solidFill>
                <a:latin typeface="proxima-nova"/>
              </a:rPr>
              <a:t>Before we make a commit, we must tell Git what files we want to commit. This is called staging. Why must we do this? Why can’t we just commit the file directly?</a:t>
            </a:r>
          </a:p>
          <a:p>
            <a:pPr>
              <a:spcAft>
                <a:spcPts val="300"/>
              </a:spcAft>
              <a:buSzPct val="100000"/>
            </a:pPr>
            <a:endParaRPr lang="en-US" dirty="0">
              <a:solidFill>
                <a:srgbClr val="002D4F"/>
              </a:solidFill>
              <a:latin typeface="proxima-nova"/>
            </a:endParaRPr>
          </a:p>
          <a:p>
            <a:pPr>
              <a:spcAft>
                <a:spcPts val="300"/>
              </a:spcAft>
              <a:buSzPct val="100000"/>
            </a:pPr>
            <a:endParaRPr lang="en-US" dirty="0">
              <a:solidFill>
                <a:srgbClr val="002D4F"/>
              </a:solidFill>
              <a:latin typeface="proxima-nova"/>
            </a:endParaRPr>
          </a:p>
          <a:p>
            <a:pPr>
              <a:spcAft>
                <a:spcPts val="300"/>
              </a:spcAft>
              <a:buSzPct val="100000"/>
            </a:pPr>
            <a:endParaRPr lang="en-US" dirty="0">
              <a:solidFill>
                <a:srgbClr val="002D4F"/>
              </a:solidFill>
              <a:latin typeface="proxima-nova"/>
            </a:endParaRPr>
          </a:p>
          <a:p>
            <a:pPr>
              <a:spcAft>
                <a:spcPts val="300"/>
              </a:spcAft>
              <a:buSzPct val="100000"/>
            </a:pPr>
            <a:endParaRPr lang="en-US" dirty="0">
              <a:solidFill>
                <a:srgbClr val="002D4F"/>
              </a:solidFill>
              <a:latin typeface="proxima-nova"/>
            </a:endParaRPr>
          </a:p>
          <a:p>
            <a:pPr>
              <a:spcAft>
                <a:spcPts val="300"/>
              </a:spcAft>
              <a:buSzPct val="100000"/>
            </a:pPr>
            <a:r>
              <a:rPr lang="en-US" dirty="0">
                <a:solidFill>
                  <a:srgbClr val="002D4F"/>
                </a:solidFill>
                <a:latin typeface="proxima-nova"/>
              </a:rPr>
              <a:t> Let’s say you’re working on a two files, but only one of them is ready to commit. You don’t want to be forced to commit both files, just the one that’s ready. That’s where Git’s add command comes in. We add files to a staging area, and then we commit the files that have been staged.</a:t>
            </a:r>
          </a:p>
        </p:txBody>
      </p:sp>
    </p:spTree>
    <p:extLst>
      <p:ext uri="{BB962C8B-B14F-4D97-AF65-F5344CB8AC3E}">
        <p14:creationId xmlns:p14="http://schemas.microsoft.com/office/powerpoint/2010/main" val="2461038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0">
            <a:extLst>
              <a:ext uri="{FF2B5EF4-FFF2-40B4-BE49-F238E27FC236}">
                <a16:creationId xmlns:a16="http://schemas.microsoft.com/office/drawing/2014/main" id="{0D448898-747D-433E-960E-800A2F63B9F0}"/>
              </a:ext>
            </a:extLst>
          </p:cNvPr>
          <p:cNvSpPr txBox="1">
            <a:spLocks/>
          </p:cNvSpPr>
          <p:nvPr/>
        </p:nvSpPr>
        <p:spPr>
          <a:xfrm>
            <a:off x="434271" y="255600"/>
            <a:ext cx="8308800" cy="3096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dirty="0">
                <a:solidFill>
                  <a:srgbClr val="0070C0"/>
                </a:solidFill>
                <a:latin typeface="+mj-lt"/>
              </a:rPr>
              <a:t>Push &amp; Pull</a:t>
            </a:r>
            <a:endParaRPr lang="en-US" sz="2400" dirty="0">
              <a:latin typeface="+mj-lt"/>
            </a:endParaRPr>
          </a:p>
        </p:txBody>
      </p:sp>
      <p:sp>
        <p:nvSpPr>
          <p:cNvPr id="2" name="TextBox 1">
            <a:extLst>
              <a:ext uri="{FF2B5EF4-FFF2-40B4-BE49-F238E27FC236}">
                <a16:creationId xmlns:a16="http://schemas.microsoft.com/office/drawing/2014/main" id="{F9F2147D-A605-45CF-867F-0A4CA5B3BCB5}"/>
              </a:ext>
            </a:extLst>
          </p:cNvPr>
          <p:cNvSpPr txBox="1"/>
          <p:nvPr/>
        </p:nvSpPr>
        <p:spPr>
          <a:xfrm>
            <a:off x="553250" y="929768"/>
            <a:ext cx="4018750" cy="3319503"/>
          </a:xfrm>
          <a:prstGeom prst="rect">
            <a:avLst/>
          </a:prstGeom>
          <a:noFill/>
        </p:spPr>
        <p:txBody>
          <a:bodyPr wrap="square" lIns="72000" tIns="72000" rIns="72000" bIns="72000" rtlCol="0">
            <a:noAutofit/>
          </a:bodyPr>
          <a:lstStyle/>
          <a:p>
            <a:pPr>
              <a:spcAft>
                <a:spcPts val="300"/>
              </a:spcAft>
              <a:buSzPct val="100000"/>
            </a:pPr>
            <a:r>
              <a:rPr lang="en-US" dirty="0">
                <a:solidFill>
                  <a:srgbClr val="002D4F"/>
                </a:solidFill>
                <a:latin typeface="proxima-nova"/>
              </a:rPr>
              <a:t>	The </a:t>
            </a:r>
            <a:r>
              <a:rPr lang="en-US" b="1" dirty="0">
                <a:solidFill>
                  <a:srgbClr val="002D4F"/>
                </a:solidFill>
                <a:latin typeface="proxima-nova"/>
              </a:rPr>
              <a:t>git push </a:t>
            </a:r>
            <a:r>
              <a:rPr lang="en-US" dirty="0">
                <a:solidFill>
                  <a:srgbClr val="002D4F"/>
                </a:solidFill>
                <a:latin typeface="proxima-nova"/>
              </a:rPr>
              <a:t>command is used to upload local repository content to a remote repository. Pushing is how you transfer commits from your local repository to a remote repo.</a:t>
            </a:r>
          </a:p>
          <a:p>
            <a:pPr>
              <a:spcAft>
                <a:spcPts val="300"/>
              </a:spcAft>
              <a:buSzPct val="100000"/>
            </a:pPr>
            <a:endParaRPr lang="en-US" dirty="0">
              <a:solidFill>
                <a:srgbClr val="002D4F"/>
              </a:solidFill>
              <a:latin typeface="proxima-nova"/>
            </a:endParaRPr>
          </a:p>
          <a:p>
            <a:pPr>
              <a:spcAft>
                <a:spcPts val="300"/>
              </a:spcAft>
              <a:buSzPct val="100000"/>
            </a:pPr>
            <a:r>
              <a:rPr lang="en-US" dirty="0">
                <a:solidFill>
                  <a:srgbClr val="002D4F"/>
                </a:solidFill>
                <a:latin typeface="proxima-nova"/>
              </a:rPr>
              <a:t>	The </a:t>
            </a:r>
            <a:r>
              <a:rPr lang="en-US" b="1" dirty="0">
                <a:solidFill>
                  <a:srgbClr val="002D4F"/>
                </a:solidFill>
                <a:latin typeface="proxima-nova"/>
              </a:rPr>
              <a:t>git pull </a:t>
            </a:r>
            <a:r>
              <a:rPr lang="en-US" dirty="0">
                <a:solidFill>
                  <a:srgbClr val="002D4F"/>
                </a:solidFill>
                <a:latin typeface="proxima-nova"/>
              </a:rPr>
              <a:t>command is used to fetch and download content from a remote repository and immediately update the local repository to match that content.</a:t>
            </a:r>
          </a:p>
        </p:txBody>
      </p:sp>
      <p:pic>
        <p:nvPicPr>
          <p:cNvPr id="4100" name="Picture 4" descr="Git: Pull &amp; Push">
            <a:extLst>
              <a:ext uri="{FF2B5EF4-FFF2-40B4-BE49-F238E27FC236}">
                <a16:creationId xmlns:a16="http://schemas.microsoft.com/office/drawing/2014/main" id="{062DCB8C-FE42-446D-9CCF-1C44EFDACD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6755" y="-76841"/>
            <a:ext cx="6858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3714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0">
            <a:extLst>
              <a:ext uri="{FF2B5EF4-FFF2-40B4-BE49-F238E27FC236}">
                <a16:creationId xmlns:a16="http://schemas.microsoft.com/office/drawing/2014/main" id="{0D448898-747D-433E-960E-800A2F63B9F0}"/>
              </a:ext>
            </a:extLst>
          </p:cNvPr>
          <p:cNvSpPr txBox="1">
            <a:spLocks/>
          </p:cNvSpPr>
          <p:nvPr/>
        </p:nvSpPr>
        <p:spPr>
          <a:xfrm>
            <a:off x="434271" y="255600"/>
            <a:ext cx="8308800" cy="3096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dirty="0">
                <a:solidFill>
                  <a:srgbClr val="0070C0"/>
                </a:solidFill>
                <a:latin typeface="+mj-lt"/>
              </a:rPr>
              <a:t>Branching in GIT</a:t>
            </a:r>
            <a:endParaRPr lang="en-US" sz="2400" dirty="0">
              <a:latin typeface="+mj-lt"/>
            </a:endParaRPr>
          </a:p>
        </p:txBody>
      </p:sp>
      <p:pic>
        <p:nvPicPr>
          <p:cNvPr id="4" name="Picture 3">
            <a:extLst>
              <a:ext uri="{FF2B5EF4-FFF2-40B4-BE49-F238E27FC236}">
                <a16:creationId xmlns:a16="http://schemas.microsoft.com/office/drawing/2014/main" id="{0086A349-70F3-44DA-99F5-AF5EA66C624B}"/>
              </a:ext>
            </a:extLst>
          </p:cNvPr>
          <p:cNvPicPr>
            <a:picLocks noChangeAspect="1"/>
          </p:cNvPicPr>
          <p:nvPr/>
        </p:nvPicPr>
        <p:blipFill>
          <a:blip r:embed="rId2"/>
          <a:stretch>
            <a:fillRect/>
          </a:stretch>
        </p:blipFill>
        <p:spPr>
          <a:xfrm>
            <a:off x="1659752" y="1856250"/>
            <a:ext cx="5824496" cy="3213696"/>
          </a:xfrm>
          <a:prstGeom prst="rect">
            <a:avLst/>
          </a:prstGeom>
        </p:spPr>
      </p:pic>
      <p:sp>
        <p:nvSpPr>
          <p:cNvPr id="2" name="TextBox 1">
            <a:extLst>
              <a:ext uri="{FF2B5EF4-FFF2-40B4-BE49-F238E27FC236}">
                <a16:creationId xmlns:a16="http://schemas.microsoft.com/office/drawing/2014/main" id="{F9F2147D-A605-45CF-867F-0A4CA5B3BCB5}"/>
              </a:ext>
            </a:extLst>
          </p:cNvPr>
          <p:cNvSpPr txBox="1"/>
          <p:nvPr/>
        </p:nvSpPr>
        <p:spPr>
          <a:xfrm>
            <a:off x="553250" y="929768"/>
            <a:ext cx="8045184" cy="1045029"/>
          </a:xfrm>
          <a:prstGeom prst="rect">
            <a:avLst/>
          </a:prstGeom>
          <a:noFill/>
        </p:spPr>
        <p:txBody>
          <a:bodyPr wrap="square" lIns="72000" tIns="72000" rIns="72000" bIns="72000" rtlCol="0">
            <a:noAutofit/>
          </a:bodyPr>
          <a:lstStyle/>
          <a:p>
            <a:pPr algn="l">
              <a:spcAft>
                <a:spcPts val="300"/>
              </a:spcAft>
              <a:buSzPct val="100000"/>
            </a:pPr>
            <a:r>
              <a:rPr lang="en-US" dirty="0">
                <a:solidFill>
                  <a:srgbClr val="002D4F"/>
                </a:solidFill>
                <a:latin typeface="proxima-nova"/>
              </a:rPr>
              <a:t>	Branches provide an isolated environment for every change in you codebase. Branches can be created for features or for developers. This ensures that the master branch always contains production – quality – code.</a:t>
            </a:r>
          </a:p>
        </p:txBody>
      </p:sp>
    </p:spTree>
    <p:extLst>
      <p:ext uri="{BB962C8B-B14F-4D97-AF65-F5344CB8AC3E}">
        <p14:creationId xmlns:p14="http://schemas.microsoft.com/office/powerpoint/2010/main" val="3480805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EE13EB61-9915-4E0C-843D-884DEE7330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3905" y="2136161"/>
            <a:ext cx="4556190" cy="167019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9F2147D-A605-45CF-867F-0A4CA5B3BCB5}"/>
              </a:ext>
            </a:extLst>
          </p:cNvPr>
          <p:cNvSpPr txBox="1"/>
          <p:nvPr/>
        </p:nvSpPr>
        <p:spPr>
          <a:xfrm>
            <a:off x="553250" y="929768"/>
            <a:ext cx="8052868" cy="2166898"/>
          </a:xfrm>
          <a:prstGeom prst="rect">
            <a:avLst/>
          </a:prstGeom>
          <a:noFill/>
        </p:spPr>
        <p:txBody>
          <a:bodyPr wrap="square" lIns="72000" tIns="72000" rIns="72000" bIns="72000" rtlCol="0">
            <a:noAutofit/>
          </a:bodyPr>
          <a:lstStyle/>
          <a:p>
            <a:pPr>
              <a:spcAft>
                <a:spcPts val="300"/>
              </a:spcAft>
              <a:buSzPct val="100000"/>
            </a:pPr>
            <a:r>
              <a:rPr lang="en-US" dirty="0">
                <a:solidFill>
                  <a:srgbClr val="002D4F"/>
                </a:solidFill>
                <a:latin typeface="proxima-nova"/>
              </a:rPr>
              <a:t>	Let’s say you need to work on a new feature for a website. You create a new branch and start working. You haven’t finished your new feature, but you get a request to make a rush change that needs to go live on the site today. You switch back to the master branch, make the change, and push it live. </a:t>
            </a:r>
          </a:p>
          <a:p>
            <a:pPr>
              <a:spcAft>
                <a:spcPts val="300"/>
              </a:spcAft>
              <a:buSzPct val="100000"/>
            </a:pPr>
            <a:endParaRPr lang="en-US" dirty="0">
              <a:solidFill>
                <a:srgbClr val="002D4F"/>
              </a:solidFill>
              <a:latin typeface="proxima-nova"/>
            </a:endParaRPr>
          </a:p>
          <a:p>
            <a:pPr>
              <a:spcAft>
                <a:spcPts val="300"/>
              </a:spcAft>
              <a:buSzPct val="100000"/>
            </a:pPr>
            <a:endParaRPr lang="en-US" dirty="0">
              <a:solidFill>
                <a:srgbClr val="002D4F"/>
              </a:solidFill>
              <a:latin typeface="proxima-nova"/>
            </a:endParaRPr>
          </a:p>
          <a:p>
            <a:pPr>
              <a:spcAft>
                <a:spcPts val="300"/>
              </a:spcAft>
              <a:buSzPct val="100000"/>
            </a:pPr>
            <a:endParaRPr lang="en-US" dirty="0">
              <a:solidFill>
                <a:srgbClr val="002D4F"/>
              </a:solidFill>
              <a:latin typeface="proxima-nova"/>
            </a:endParaRPr>
          </a:p>
          <a:p>
            <a:pPr>
              <a:spcAft>
                <a:spcPts val="300"/>
              </a:spcAft>
              <a:buSzPct val="100000"/>
            </a:pPr>
            <a:endParaRPr lang="en-US" dirty="0">
              <a:solidFill>
                <a:srgbClr val="002D4F"/>
              </a:solidFill>
              <a:latin typeface="proxima-nova"/>
            </a:endParaRPr>
          </a:p>
          <a:p>
            <a:pPr>
              <a:spcAft>
                <a:spcPts val="300"/>
              </a:spcAft>
              <a:buSzPct val="100000"/>
            </a:pPr>
            <a:endParaRPr lang="en-US" dirty="0">
              <a:solidFill>
                <a:srgbClr val="002D4F"/>
              </a:solidFill>
              <a:latin typeface="proxima-nova"/>
            </a:endParaRPr>
          </a:p>
          <a:p>
            <a:pPr>
              <a:spcAft>
                <a:spcPts val="300"/>
              </a:spcAft>
              <a:buSzPct val="100000"/>
            </a:pPr>
            <a:r>
              <a:rPr lang="en-US" dirty="0">
                <a:solidFill>
                  <a:srgbClr val="002D4F"/>
                </a:solidFill>
                <a:latin typeface="proxima-nova"/>
              </a:rPr>
              <a:t>Then you can switch back to your new feature branch and finish your work. When you’re done, you merge the new feature branch into the master branch and both the new feature and rush change are kept!</a:t>
            </a:r>
          </a:p>
        </p:txBody>
      </p:sp>
      <p:sp>
        <p:nvSpPr>
          <p:cNvPr id="3" name="Text Placeholder 10">
            <a:extLst>
              <a:ext uri="{FF2B5EF4-FFF2-40B4-BE49-F238E27FC236}">
                <a16:creationId xmlns:a16="http://schemas.microsoft.com/office/drawing/2014/main" id="{0D448898-747D-433E-960E-800A2F63B9F0}"/>
              </a:ext>
            </a:extLst>
          </p:cNvPr>
          <p:cNvSpPr txBox="1">
            <a:spLocks/>
          </p:cNvSpPr>
          <p:nvPr/>
        </p:nvSpPr>
        <p:spPr>
          <a:xfrm>
            <a:off x="434271" y="255600"/>
            <a:ext cx="8308800" cy="3096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dirty="0">
                <a:solidFill>
                  <a:srgbClr val="0070C0"/>
                </a:solidFill>
                <a:latin typeface="+mj-lt"/>
              </a:rPr>
              <a:t>An example of how Git branches are useful </a:t>
            </a:r>
            <a:endParaRPr lang="en-US" sz="2400" dirty="0">
              <a:latin typeface="+mj-lt"/>
            </a:endParaRPr>
          </a:p>
        </p:txBody>
      </p:sp>
    </p:spTree>
    <p:extLst>
      <p:ext uri="{BB962C8B-B14F-4D97-AF65-F5344CB8AC3E}">
        <p14:creationId xmlns:p14="http://schemas.microsoft.com/office/powerpoint/2010/main" val="2920672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0">
            <a:extLst>
              <a:ext uri="{FF2B5EF4-FFF2-40B4-BE49-F238E27FC236}">
                <a16:creationId xmlns:a16="http://schemas.microsoft.com/office/drawing/2014/main" id="{971BF62F-E4F7-4B7F-A791-BD3C3714A9C7}"/>
              </a:ext>
            </a:extLst>
          </p:cNvPr>
          <p:cNvSpPr txBox="1">
            <a:spLocks/>
          </p:cNvSpPr>
          <p:nvPr/>
        </p:nvSpPr>
        <p:spPr>
          <a:xfrm>
            <a:off x="434271" y="224864"/>
            <a:ext cx="8308800" cy="3096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400" b="1" dirty="0">
                <a:solidFill>
                  <a:srgbClr val="0070C0"/>
                </a:solidFill>
                <a:latin typeface="+mj-lt"/>
                <a:ea typeface="Nokia Pure Text Light" panose="020B0304040602060303" pitchFamily="34" charset="0"/>
                <a:cs typeface="Nokia Pure Text Light" panose="020B0304040602060303" pitchFamily="34" charset="0"/>
              </a:rPr>
              <a:t>Goal</a:t>
            </a:r>
            <a:endParaRPr lang="en-US" sz="2400" b="1" dirty="0">
              <a:latin typeface="+mj-lt"/>
              <a:ea typeface="Nokia Pure Text Light" panose="020B0304040602060303" pitchFamily="34" charset="0"/>
              <a:cs typeface="Nokia Pure Text Light" panose="020B0304040602060303" pitchFamily="34" charset="0"/>
            </a:endParaRPr>
          </a:p>
        </p:txBody>
      </p:sp>
      <p:sp>
        <p:nvSpPr>
          <p:cNvPr id="4" name="TextBox 3">
            <a:extLst>
              <a:ext uri="{FF2B5EF4-FFF2-40B4-BE49-F238E27FC236}">
                <a16:creationId xmlns:a16="http://schemas.microsoft.com/office/drawing/2014/main" id="{2D808182-3859-4C95-BB03-923AE6AB958C}"/>
              </a:ext>
            </a:extLst>
          </p:cNvPr>
          <p:cNvSpPr txBox="1"/>
          <p:nvPr/>
        </p:nvSpPr>
        <p:spPr>
          <a:xfrm>
            <a:off x="623887" y="745351"/>
            <a:ext cx="6546797" cy="991241"/>
          </a:xfrm>
          <a:prstGeom prst="rect">
            <a:avLst/>
          </a:prstGeom>
          <a:noFill/>
        </p:spPr>
        <p:txBody>
          <a:bodyPr wrap="square" lIns="72000" tIns="72000" rIns="72000" bIns="72000" rtlCol="0">
            <a:noAutofit/>
          </a:bodyPr>
          <a:lstStyle/>
          <a:p>
            <a:pPr marL="171450" indent="-171450">
              <a:spcAft>
                <a:spcPts val="300"/>
              </a:spcAft>
              <a:buSzPct val="100000"/>
              <a:buFont typeface="Arial" panose="020B0604020202020204" pitchFamily="34" charset="0"/>
              <a:buChar char="•"/>
            </a:pPr>
            <a:r>
              <a:rPr lang="en-US" dirty="0">
                <a:solidFill>
                  <a:srgbClr val="002D4F"/>
                </a:solidFill>
                <a:latin typeface="proxima-nova"/>
              </a:rPr>
              <a:t>Use version control for your own projects</a:t>
            </a:r>
            <a:endParaRPr lang="ro-RO" sz="1200" dirty="0">
              <a:solidFill>
                <a:schemeClr val="tx2"/>
              </a:solidFill>
            </a:endParaRPr>
          </a:p>
        </p:txBody>
      </p:sp>
      <p:pic>
        <p:nvPicPr>
          <p:cNvPr id="5" name="Picture 2" descr="What is git commit, push, pull, log, aliases, fetch, config ...">
            <a:extLst>
              <a:ext uri="{FF2B5EF4-FFF2-40B4-BE49-F238E27FC236}">
                <a16:creationId xmlns:a16="http://schemas.microsoft.com/office/drawing/2014/main" id="{341F27FB-419E-415D-8BFC-5F24F10027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8316" y="1240971"/>
            <a:ext cx="4687367" cy="3622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017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0">
            <a:extLst>
              <a:ext uri="{FF2B5EF4-FFF2-40B4-BE49-F238E27FC236}">
                <a16:creationId xmlns:a16="http://schemas.microsoft.com/office/drawing/2014/main" id="{8BAFEBED-7C2B-48CD-8C9E-A030999F1612}"/>
              </a:ext>
            </a:extLst>
          </p:cNvPr>
          <p:cNvSpPr txBox="1">
            <a:spLocks/>
          </p:cNvSpPr>
          <p:nvPr/>
        </p:nvSpPr>
        <p:spPr>
          <a:xfrm>
            <a:off x="586671" y="408000"/>
            <a:ext cx="8308800" cy="3096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1" indent="0" defTabSz="914400" eaLnBrk="0" fontAlgn="base" hangingPunct="0">
              <a:spcBef>
                <a:spcPct val="0"/>
              </a:spcBef>
              <a:spcAft>
                <a:spcPct val="0"/>
              </a:spcAft>
              <a:buFont typeface="Arial" panose="020B0604020202020204" pitchFamily="34" charset="0"/>
              <a:buNone/>
              <a:defRPr/>
            </a:pPr>
            <a:r>
              <a:rPr lang="en-GB" sz="2400" b="1" kern="0" dirty="0">
                <a:solidFill>
                  <a:srgbClr val="0070C0"/>
                </a:solidFill>
                <a:latin typeface="+mj-lt"/>
              </a:rPr>
              <a:t>Useful links</a:t>
            </a:r>
            <a:endParaRPr lang="en-US" b="1" kern="0" dirty="0">
              <a:solidFill>
                <a:srgbClr val="404040"/>
              </a:solidFill>
              <a:latin typeface="+mj-lt"/>
            </a:endParaRPr>
          </a:p>
        </p:txBody>
      </p:sp>
      <p:sp>
        <p:nvSpPr>
          <p:cNvPr id="5" name="Text Placeholder 11">
            <a:extLst>
              <a:ext uri="{FF2B5EF4-FFF2-40B4-BE49-F238E27FC236}">
                <a16:creationId xmlns:a16="http://schemas.microsoft.com/office/drawing/2014/main" id="{0B09321D-8E33-4C5C-BE6D-A2A0038BFECB}"/>
              </a:ext>
            </a:extLst>
          </p:cNvPr>
          <p:cNvSpPr txBox="1">
            <a:spLocks/>
          </p:cNvSpPr>
          <p:nvPr/>
        </p:nvSpPr>
        <p:spPr>
          <a:xfrm>
            <a:off x="569999" y="1232400"/>
            <a:ext cx="8226997" cy="35604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1" eaLnBrk="0" hangingPunct="0">
              <a:lnSpc>
                <a:spcPts val="2400"/>
              </a:lnSpc>
              <a:spcBef>
                <a:spcPts val="600"/>
              </a:spcBef>
              <a:buFont typeface="Wingdings" pitchFamily="2" charset="2"/>
              <a:buChar char="Ø"/>
            </a:pPr>
            <a:r>
              <a:rPr lang="en-US" b="1" dirty="0"/>
              <a:t>  GIT &amp; GITHUB</a:t>
            </a:r>
            <a:endParaRPr lang="en-US" b="1" dirty="0">
              <a:hlinkClick r:id="rId2"/>
            </a:endParaRPr>
          </a:p>
          <a:p>
            <a:pPr marL="0" lvl="1" eaLnBrk="0" hangingPunct="0"/>
            <a:r>
              <a:rPr lang="en-US" u="sng" dirty="0">
                <a:hlinkClick r:id="rId3"/>
              </a:rPr>
              <a:t>Interactive way to learn Git on the Web</a:t>
            </a:r>
            <a:endParaRPr lang="en-US" u="sng" dirty="0"/>
          </a:p>
          <a:p>
            <a:pPr marL="0" lvl="1" eaLnBrk="0" hangingPunct="0"/>
            <a:r>
              <a:rPr lang="en-US" u="sng" dirty="0">
                <a:hlinkClick r:id="rId4"/>
              </a:rPr>
              <a:t>Install and configure Git plugin in Eclipse</a:t>
            </a:r>
            <a:endParaRPr lang="en-US" u="sng" dirty="0"/>
          </a:p>
          <a:p>
            <a:pPr marL="0" lvl="1" eaLnBrk="0" hangingPunct="0"/>
            <a:r>
              <a:rPr lang="en-US" dirty="0">
                <a:hlinkClick r:id="rId5"/>
              </a:rPr>
              <a:t>First project with GitHub</a:t>
            </a:r>
            <a:endParaRPr lang="en-US" dirty="0">
              <a:hlinkClick r:id="rId6"/>
            </a:endParaRPr>
          </a:p>
          <a:p>
            <a:pPr marL="0" lvl="1" eaLnBrk="0" hangingPunct="0"/>
            <a:endParaRPr lang="en-US" dirty="0"/>
          </a:p>
          <a:p>
            <a:pPr defTabSz="914400">
              <a:lnSpc>
                <a:spcPct val="100000"/>
              </a:lnSpc>
              <a:spcAft>
                <a:spcPts val="1200"/>
              </a:spcAft>
            </a:pPr>
            <a:endParaRPr lang="en-US" sz="1000" dirty="0">
              <a:solidFill>
                <a:srgbClr val="001135"/>
              </a:solidFill>
              <a:latin typeface="Nokia Pure Text Light" panose="020B0403020202020204" pitchFamily="34" charset="0"/>
            </a:endParaRPr>
          </a:p>
        </p:txBody>
      </p:sp>
      <p:sp>
        <p:nvSpPr>
          <p:cNvPr id="6" name="Text Placeholder 12">
            <a:extLst>
              <a:ext uri="{FF2B5EF4-FFF2-40B4-BE49-F238E27FC236}">
                <a16:creationId xmlns:a16="http://schemas.microsoft.com/office/drawing/2014/main" id="{B4418C6E-2987-46D5-BD9D-8284A5D85117}"/>
              </a:ext>
            </a:extLst>
          </p:cNvPr>
          <p:cNvSpPr txBox="1">
            <a:spLocks/>
          </p:cNvSpPr>
          <p:nvPr/>
        </p:nvSpPr>
        <p:spPr>
          <a:xfrm flipH="1">
            <a:off x="8878799" y="1232400"/>
            <a:ext cx="45719" cy="3560400"/>
          </a:xfrm>
          <a:prstGeom prst="rect">
            <a:avLst/>
          </a:prstGeom>
        </p:spPr>
        <p:txBody>
          <a:bodyPr vert="horz" lIns="0" tIns="0" rIns="0" bIns="0" rtlCol="0" anchor="ctr"/>
          <a:lstStyle>
            <a:defPPr>
              <a:defRPr lang="en-US"/>
            </a:defPPr>
            <a:lvl1pPr marL="0" algn="ctr" defTabSz="457200" rtl="0" eaLnBrk="1" latinLnBrk="0" hangingPunct="1">
              <a:defRPr sz="8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spcAft>
                <a:spcPts val="1200"/>
              </a:spcAft>
            </a:pPr>
            <a:r>
              <a:rPr lang="en-GB" sz="1000">
                <a:solidFill>
                  <a:srgbClr val="001135"/>
                </a:solidFill>
              </a:rPr>
              <a:t>  </a:t>
            </a:r>
            <a:endParaRPr lang="en-GB" sz="1000" dirty="0">
              <a:solidFill>
                <a:srgbClr val="001135"/>
              </a:solidFill>
            </a:endParaRPr>
          </a:p>
        </p:txBody>
      </p:sp>
    </p:spTree>
    <p:extLst>
      <p:ext uri="{BB962C8B-B14F-4D97-AF65-F5344CB8AC3E}">
        <p14:creationId xmlns:p14="http://schemas.microsoft.com/office/powerpoint/2010/main" val="1831283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9321915"/>
      </p:ext>
    </p:extLst>
  </p:cSld>
  <p:clrMapOvr>
    <a:masterClrMapping/>
  </p:clrMapOvr>
</p:sld>
</file>

<file path=ppt/theme/theme1.xml><?xml version="1.0" encoding="utf-8"?>
<a:theme xmlns:a="http://schemas.openxmlformats.org/drawingml/2006/main" name="1 White Master">
  <a:themeElements>
    <a:clrScheme name="C 2018 Nokia">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124191"/>
      </a:hlink>
      <a:folHlink>
        <a:srgbClr val="001135"/>
      </a:folHlink>
    </a:clrScheme>
    <a:fontScheme name="Nokia 2018">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3175"/>
      </a:spPr>
      <a:bodyPr/>
      <a:lstStyle/>
      <a:style>
        <a:lnRef idx="1">
          <a:schemeClr val="accent1"/>
        </a:lnRef>
        <a:fillRef idx="0">
          <a:schemeClr val="accent1"/>
        </a:fillRef>
        <a:effectRef idx="0">
          <a:schemeClr val="accent1"/>
        </a:effectRef>
        <a:fontRef idx="minor">
          <a:schemeClr val="tx1"/>
        </a:fontRef>
      </a:style>
    </a:lnDef>
    <a:txDef>
      <a:spPr>
        <a:noFill/>
      </a:spPr>
      <a:bodyPr wrap="square" lIns="72000" tIns="72000" rIns="72000" bIns="72000" rtlCol="0">
        <a:noAutofit/>
      </a:bodyPr>
      <a:lstStyle>
        <a:defPPr algn="l">
          <a:spcAft>
            <a:spcPts val="300"/>
          </a:spcAft>
          <a:buSzPct val="100000"/>
          <a:defRPr sz="1200" dirty="0" smtClean="0">
            <a:solidFill>
              <a:schemeClr val="tx2"/>
            </a:solidFill>
          </a:defRPr>
        </a:defPPr>
      </a:lstStyle>
    </a:txDef>
  </a:objectDefaults>
  <a:extraClrSchemeLst/>
  <a:extLst>
    <a:ext uri="{05A4C25C-085E-4340-85A3-A5531E510DB2}">
      <thm15:themeFamily xmlns:thm15="http://schemas.microsoft.com/office/thememl/2012/main" name="RS21015_Nokia Pure PowerPoint" id="{DB366936-CDBD-4680-BE6A-529E8906FE8F}" vid="{596A7182-A3CB-4127-A499-66CF58D365AE}"/>
    </a:ext>
  </a:extLst>
</a:theme>
</file>

<file path=ppt/theme/theme2.xml><?xml version="1.0" encoding="utf-8"?>
<a:theme xmlns:a="http://schemas.openxmlformats.org/drawingml/2006/main" name="1_c 2018 Nokia">
  <a:themeElements>
    <a:clrScheme name="C 2018 Nokia">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124191"/>
      </a:hlink>
      <a:folHlink>
        <a:srgbClr val="001135"/>
      </a:folHlink>
    </a:clrScheme>
    <a:fontScheme name="Nokia 2018">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3175"/>
      </a:spPr>
      <a:bodyPr/>
      <a:lstStyle/>
      <a:style>
        <a:lnRef idx="1">
          <a:schemeClr val="accent1"/>
        </a:lnRef>
        <a:fillRef idx="0">
          <a:schemeClr val="accent1"/>
        </a:fillRef>
        <a:effectRef idx="0">
          <a:schemeClr val="accent1"/>
        </a:effectRef>
        <a:fontRef idx="minor">
          <a:schemeClr val="tx1"/>
        </a:fontRef>
      </a:style>
    </a:lnDef>
    <a:txDef>
      <a:spPr>
        <a:noFill/>
      </a:spPr>
      <a:bodyPr wrap="square" lIns="72000" tIns="72000" rIns="72000" bIns="72000" rtlCol="0">
        <a:noAutofit/>
      </a:bodyPr>
      <a:lstStyle>
        <a:defPPr algn="l">
          <a:spcAft>
            <a:spcPts val="300"/>
          </a:spcAft>
          <a:buSzPct val="100000"/>
          <a:defRPr sz="1200" dirty="0" smtClean="0">
            <a:solidFill>
              <a:schemeClr val="tx2"/>
            </a:solidFill>
          </a:defRPr>
        </a:defPPr>
      </a:lstStyle>
    </a:txDef>
  </a:objectDefaults>
  <a:extraClrSchemeLst/>
  <a:extLst>
    <a:ext uri="{05A4C25C-085E-4340-85A3-A5531E510DB2}">
      <thm15:themeFamily xmlns:thm15="http://schemas.microsoft.com/office/thememl/2012/main" name="RS21015_Nokia Pure PowerPoint" id="{DB366936-CDBD-4680-BE6A-529E8906FE8F}" vid="{C0AD08C2-AA5D-4B73-A738-D7D0C9E1D721}"/>
    </a:ext>
  </a:extLst>
</a:theme>
</file>

<file path=ppt/theme/theme3.xml><?xml version="1.0" encoding="utf-8"?>
<a:theme xmlns:a="http://schemas.openxmlformats.org/drawingml/2006/main" name="3_Blue">
  <a:themeElements>
    <a:clrScheme name="C 2018 Nokia">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124191"/>
      </a:hlink>
      <a:folHlink>
        <a:srgbClr val="00113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S21015_Nokia Pure PowerPoint" id="{DB366936-CDBD-4680-BE6A-529E8906FE8F}" vid="{571487A9-480B-4B80-83FB-6E3761D8F2DE}"/>
    </a:ext>
  </a:extLst>
</a:theme>
</file>

<file path=ppt/theme/theme4.xml><?xml version="1.0" encoding="utf-8"?>
<a:theme xmlns:a="http://schemas.openxmlformats.org/drawingml/2006/main" name="4_Blue End Slide">
  <a:themeElements>
    <a:clrScheme name="C 2018 Nokia">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124191"/>
      </a:hlink>
      <a:folHlink>
        <a:srgbClr val="00113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S21015_Nokia Pure PowerPoint" id="{DB366936-CDBD-4680-BE6A-529E8906FE8F}" vid="{C90C5733-D248-41AA-94E1-AE931B179280}"/>
    </a:ext>
  </a:extLst>
</a:theme>
</file>

<file path=ppt/theme/theme5.xml><?xml version="1.0" encoding="utf-8"?>
<a:theme xmlns:a="http://schemas.openxmlformats.org/drawingml/2006/main" name="5_White End Slide">
  <a:themeElements>
    <a:clrScheme name="C 2018 Nokia">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124191"/>
      </a:hlink>
      <a:folHlink>
        <a:srgbClr val="00113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S21015_Nokia Pure PowerPoint" id="{DB366936-CDBD-4680-BE6A-529E8906FE8F}" vid="{D30BE608-2AEA-44CB-878B-6F3D784F0BD2}"/>
    </a:ext>
  </a:extLst>
</a:theme>
</file>

<file path=ppt/theme/theme6.xml><?xml version="1.0" encoding="utf-8"?>
<a:theme xmlns:a="http://schemas.openxmlformats.org/drawingml/2006/main" name="6_Gray">
  <a:themeElements>
    <a:clrScheme name="C 2018 Nokia">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124191"/>
      </a:hlink>
      <a:folHlink>
        <a:srgbClr val="00113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S21015_Nokia Pure PowerPoint" id="{DB366936-CDBD-4680-BE6A-529E8906FE8F}" vid="{B5CCBDF6-BBAD-4A8A-A132-5F2D954EC56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Nokia Document" ma:contentTypeID="0x010100CE50E52E7543470BBDD3827FE50C59CB00F28B616FD8C77D40956A924538277F24" ma:contentTypeVersion="26" ma:contentTypeDescription="Create Nokia Word Document" ma:contentTypeScope="" ma:versionID="e748e768b5f12442eb78c8be45fb97e9">
  <xsd:schema xmlns:xsd="http://www.w3.org/2001/XMLSchema" xmlns:xs="http://www.w3.org/2001/XMLSchema" xmlns:p="http://schemas.microsoft.com/office/2006/metadata/properties" xmlns:ns2="71c5aaf6-e6ce-465b-b873-5148d2a4c105" targetNamespace="http://schemas.microsoft.com/office/2006/metadata/properties" ma:root="true" ma:fieldsID="d227a082cf3b963ed6b37ce080f4d67b" ns2:_="">
    <xsd:import namespace="71c5aaf6-e6ce-465b-b873-5148d2a4c105"/>
    <xsd:element name="properties">
      <xsd:complexType>
        <xsd:sequence>
          <xsd:element name="documentManagement">
            <xsd:complexType>
              <xsd:all>
                <xsd:element ref="ns2:DocumentType" minOccurs="0"/>
                <xsd:element ref="ns2:NokiaConfidentiality" minOccurs="0"/>
                <xsd:element ref="ns2:Owner" minOccurs="0"/>
                <xsd:element ref="ns2:_dlc_DocId" minOccurs="0"/>
                <xsd:element ref="ns2:_dlc_DocIdUrl" minOccurs="0"/>
                <xsd:element ref="ns2:_dlc_DocIdPersistId" minOccurs="0"/>
                <xsd:element ref="ns2:HideFromDelv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c5aaf6-e6ce-465b-b873-5148d2a4c105" elementFormDefault="qualified">
    <xsd:import namespace="http://schemas.microsoft.com/office/2006/documentManagement/types"/>
    <xsd:import namespace="http://schemas.microsoft.com/office/infopath/2007/PartnerControls"/>
    <xsd:element name="DocumentType" ma:index="8" nillable="true" ma:displayName="Document Type" ma:default="Description" ma:description="Document type specifies the content of the document" ma:format="Dropdown" ma:internalName="DocumentType" ma:readOnly="false">
      <xsd:simpleType>
        <xsd:restriction base="dms:Choice">
          <xsd:enumeration value="Policy"/>
          <xsd:enumeration value="Strategy"/>
          <xsd:enumeration value="Objectives / Targets"/>
          <xsd:enumeration value="Plan / Schedule"/>
          <xsd:enumeration value="Governance"/>
          <xsd:enumeration value="Organization"/>
          <xsd:enumeration value="Review Material"/>
          <xsd:enumeration value="Communication"/>
          <xsd:enumeration value="Minutes"/>
          <xsd:enumeration value="Training"/>
          <xsd:enumeration value="Standard Operating Procedure"/>
          <xsd:enumeration value="Process / Procedure / Standard"/>
          <xsd:enumeration value="Guideline / Manual / Instruction"/>
          <xsd:enumeration value="Description"/>
          <xsd:enumeration value="Form / Template"/>
          <xsd:enumeration value="Checklist"/>
          <xsd:enumeration value="Bid / Offer"/>
          <xsd:enumeration value="Contract / Order"/>
          <xsd:enumeration value="List"/>
          <xsd:enumeration value="Roadmap"/>
          <xsd:enumeration value="Requirement / Specification"/>
          <xsd:enumeration value="Design"/>
          <xsd:enumeration value="Concept / Proposal"/>
          <xsd:enumeration value="Measurement / KPI"/>
          <xsd:enumeration value="Report"/>
          <xsd:enumeration value="Best Practice / Lessons Learnt"/>
          <xsd:enumeration value="Analysis / Assessment"/>
          <xsd:enumeration value="Survey"/>
        </xsd:restriction>
      </xsd:simpleType>
    </xsd:element>
    <xsd:element name="NokiaConfidentiality" ma:index="9" nillable="true" ma:displayName="Nokia Confidentiality" ma:default="Nokia Internal Use" ma:format="Dropdown" ma:internalName="NokiaConfidentiality" ma:readOnly="false">
      <xsd:simpleType>
        <xsd:restriction base="dms:Choice">
          <xsd:enumeration value="Nokia Internal Use"/>
          <xsd:enumeration value="Confidential"/>
          <xsd:enumeration value="Secret"/>
          <xsd:enumeration value="Public"/>
        </xsd:restriction>
      </xsd:simpleType>
    </xsd:element>
    <xsd:element name="Owner" ma:index="10" nillable="true" ma:displayName="Owner" ma:description="Owner identifies the person or group who owns the document (default value is the same as the Creator of the document)" ma:internalName="Owner">
      <xsd:simpleType>
        <xsd:restriction base="dms:Text"/>
      </xsd:simpleType>
    </xsd:element>
    <xsd:element name="_dlc_DocId" ma:index="11" nillable="true" ma:displayName="Document ID Value" ma:description="The value of the document ID assigned to this item." ma:internalName="_dlc_DocId" ma:readOnly="true">
      <xsd:simpleType>
        <xsd:restriction base="dms:Text"/>
      </xsd:simpleType>
    </xsd:element>
    <xsd:element name="_dlc_DocIdUrl" ma:index="12"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3" nillable="true" ma:displayName="Persist ID" ma:description="Keep ID on add." ma:hidden="true" ma:internalName="_dlc_DocIdPersistId" ma:readOnly="true">
      <xsd:simpleType>
        <xsd:restriction base="dms:Boolean"/>
      </xsd:simpleType>
    </xsd:element>
    <xsd:element name="HideFromDelve" ma:index="14" nillable="true" ma:displayName="HideFromDelve" ma:default="0" ma:internalName="HideFromDelv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SharedContentType xmlns="Microsoft.SharePoint.Taxonomy.ContentTypeSync" SourceId="34c87397-5fc1-491e-85e7-d6110dbe9cbd" ContentTypeId="0x010100CE50E52E7543470BBDD3827FE50C59CB" PreviousValue="false"/>
</file>

<file path=customXml/item5.xml><?xml version="1.0" encoding="utf-8"?>
<p:properties xmlns:p="http://schemas.microsoft.com/office/2006/metadata/properties" xmlns:xsi="http://www.w3.org/2001/XMLSchema-instance" xmlns:pc="http://schemas.microsoft.com/office/infopath/2007/PartnerControls">
  <documentManagement>
    <Owner xmlns="71c5aaf6-e6ce-465b-b873-5148d2a4c105">Spen Spencer</Owner>
    <DocumentType xmlns="71c5aaf6-e6ce-465b-b873-5148d2a4c105">Description</DocumentType>
    <NokiaConfidentiality xmlns="71c5aaf6-e6ce-465b-b873-5148d2a4c105">Nokia Internal Use</NokiaConfidentiality>
    <HideFromDelve xmlns="71c5aaf6-e6ce-465b-b873-5148d2a4c105">false</HideFromDelve>
    <_dlc_DocId xmlns="71c5aaf6-e6ce-465b-b873-5148d2a4c105">QBI5PMBIL2NS-1242730160-2505</_dlc_DocId>
    <_dlc_DocIdUrl xmlns="71c5aaf6-e6ce-465b-b873-5148d2a4c105">
      <Url>https://nokia.sharepoint.com/sites/brandstore/_layouts/15/DocIdRedir.aspx?ID=QBI5PMBIL2NS-1242730160-2505</Url>
      <Description>QBI5PMBIL2NS-1242730160-2505</Description>
    </_dlc_DocIdUrl>
  </documentManagement>
</p:properties>
</file>

<file path=customXml/item6.xml><?xml version="1.0" encoding="utf-8"?>
<?mso-contentType ?>
<customXsn xmlns="http://schemas.microsoft.com/office/2006/metadata/customXsn">
  <xsnLocation/>
  <cached>True</cached>
  <openByDefault>True</openByDefault>
  <xsnScope/>
</customXsn>
</file>

<file path=customXml/itemProps1.xml><?xml version="1.0" encoding="utf-8"?>
<ds:datastoreItem xmlns:ds="http://schemas.openxmlformats.org/officeDocument/2006/customXml" ds:itemID="{9DED2D23-3C7F-41E8-ACA8-DA4828291003}">
  <ds:schemaRefs>
    <ds:schemaRef ds:uri="http://schemas.microsoft.com/sharepoint/v3/contenttype/forms"/>
  </ds:schemaRefs>
</ds:datastoreItem>
</file>

<file path=customXml/itemProps2.xml><?xml version="1.0" encoding="utf-8"?>
<ds:datastoreItem xmlns:ds="http://schemas.openxmlformats.org/officeDocument/2006/customXml" ds:itemID="{22DD24AF-F947-4A1E-AE57-D42B59C8C6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c5aaf6-e6ce-465b-b873-5148d2a4c1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BDB0496-1A1D-4B21-BC76-DDA1AAE9922B}">
  <ds:schemaRefs>
    <ds:schemaRef ds:uri="http://schemas.microsoft.com/sharepoint/events"/>
  </ds:schemaRefs>
</ds:datastoreItem>
</file>

<file path=customXml/itemProps4.xml><?xml version="1.0" encoding="utf-8"?>
<ds:datastoreItem xmlns:ds="http://schemas.openxmlformats.org/officeDocument/2006/customXml" ds:itemID="{B69FDC28-DDA5-440E-9BA4-E68BD29F4D24}">
  <ds:schemaRefs>
    <ds:schemaRef ds:uri="Microsoft.SharePoint.Taxonomy.ContentTypeSync"/>
  </ds:schemaRefs>
</ds:datastoreItem>
</file>

<file path=customXml/itemProps5.xml><?xml version="1.0" encoding="utf-8"?>
<ds:datastoreItem xmlns:ds="http://schemas.openxmlformats.org/officeDocument/2006/customXml" ds:itemID="{F1A5087E-D875-4389-9B23-8434F51180AC}">
  <ds:schemaRefs>
    <ds:schemaRef ds:uri="http://schemas.microsoft.com/office/2006/metadata/properties"/>
    <ds:schemaRef ds:uri="71c5aaf6-e6ce-465b-b873-5148d2a4c105"/>
    <ds:schemaRef ds:uri="http://purl.org/dc/terms/"/>
    <ds:schemaRef ds:uri="http://schemas.microsoft.com/office/2006/documentManagement/types"/>
    <ds:schemaRef ds:uri="http://purl.org/dc/dcmitype/"/>
    <ds:schemaRef ds:uri="http://schemas.microsoft.com/office/infopath/2007/PartnerControls"/>
    <ds:schemaRef ds:uri="http://purl.org/dc/elements/1.1/"/>
    <ds:schemaRef ds:uri="http://schemas.openxmlformats.org/package/2006/metadata/core-properties"/>
    <ds:schemaRef ds:uri="http://www.w3.org/XML/1998/namespace"/>
  </ds:schemaRefs>
</ds:datastoreItem>
</file>

<file path=customXml/itemProps6.xml><?xml version="1.0" encoding="utf-8"?>
<ds:datastoreItem xmlns:ds="http://schemas.openxmlformats.org/officeDocument/2006/customXml" ds:itemID="{B13512BF-786C-44BC-9179-48F650BCBA3C}">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emplate>Nokia - Pure PowerPoint template 2020</Template>
  <TotalTime>4475</TotalTime>
  <Words>200</Words>
  <Application>Microsoft Office PowerPoint</Application>
  <PresentationFormat>On-screen Show (16:9)</PresentationFormat>
  <Paragraphs>82</Paragraphs>
  <Slides>18</Slides>
  <Notes>0</Notes>
  <HiddenSlides>0</HiddenSlides>
  <MMClips>0</MMClips>
  <ScaleCrop>false</ScaleCrop>
  <HeadingPairs>
    <vt:vector size="6" baseType="variant">
      <vt:variant>
        <vt:lpstr>Fonts Used</vt:lpstr>
      </vt:variant>
      <vt:variant>
        <vt:i4>11</vt:i4>
      </vt:variant>
      <vt:variant>
        <vt:lpstr>Theme</vt:lpstr>
      </vt:variant>
      <vt:variant>
        <vt:i4>6</vt:i4>
      </vt:variant>
      <vt:variant>
        <vt:lpstr>Slide Titles</vt:lpstr>
      </vt:variant>
      <vt:variant>
        <vt:i4>18</vt:i4>
      </vt:variant>
    </vt:vector>
  </HeadingPairs>
  <TitlesOfParts>
    <vt:vector size="35" baseType="lpstr">
      <vt:lpstr>Arial</vt:lpstr>
      <vt:lpstr>Calibri</vt:lpstr>
      <vt:lpstr>freight-sans-pro</vt:lpstr>
      <vt:lpstr>Nirmala UI Semilight</vt:lpstr>
      <vt:lpstr>Nokia Pure Headline Light</vt:lpstr>
      <vt:lpstr>Nokia Pure Headline Ultra Light</vt:lpstr>
      <vt:lpstr>Nokia Pure Text</vt:lpstr>
      <vt:lpstr>Nokia Pure Text Light</vt:lpstr>
      <vt:lpstr>proxima-nova</vt:lpstr>
      <vt:lpstr>Tahoma</vt:lpstr>
      <vt:lpstr>Wingdings</vt:lpstr>
      <vt:lpstr>1 White Master</vt:lpstr>
      <vt:lpstr>1_c 2018 Nokia</vt:lpstr>
      <vt:lpstr>3_Blue</vt:lpstr>
      <vt:lpstr>4_Blue End Slide</vt:lpstr>
      <vt:lpstr>5_White End Slide</vt:lpstr>
      <vt:lpstr>6_Gray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Marius Dumuta</dc:creator>
  <cp:lastModifiedBy>Dumuta, Marius (Nokia - RO/Timisoara)</cp:lastModifiedBy>
  <cp:revision>31</cp:revision>
  <dcterms:created xsi:type="dcterms:W3CDTF">2020-07-24T14:14:13Z</dcterms:created>
  <dcterms:modified xsi:type="dcterms:W3CDTF">2020-07-27T16:50:57Z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0x010100CE50E52E7543470BBDD3827FE50C59CB00F28B616FD8C77D40956A924538277F24</vt:lpwstr>
  </property>
  <property fmtid="{D5CDD505-2E9C-101B-9397-08002B2CF9AE}" pid="3" name="_dlc_DocIdItemGuid">
    <vt:lpwstr>50ae9648-8384-4b11-aad9-49259e465c9e</vt:lpwstr>
  </property>
  <property fmtid="{D5CDD505-2E9C-101B-9397-08002B2CF9AE}" pid="4" name="SharedWithUsers">
    <vt:lpwstr>30470;#Mion, Marcello (Nokia - IT/Vimercate);#21237;#Greijula, Sirkku (Nokia - FI/Tampere);#22035;#Gupta, Uvnik (Nokia - IN/Bangalore);#12061;#Che Haron, Firdaus (Nokia - MY/Kuala Lumpur);#2894;#Martins Joao Cruz, Catarina (Nokia - DE/Munich);#10416;#Gero</vt:lpwstr>
  </property>
  <property fmtid="{D5CDD505-2E9C-101B-9397-08002B2CF9AE}" pid="5" name="MSIP_Label_b1aa2129-79ec-42c0-bfac-e5b7a0374572_Enabled">
    <vt:lpwstr>True</vt:lpwstr>
  </property>
  <property fmtid="{D5CDD505-2E9C-101B-9397-08002B2CF9AE}" pid="6" name="MSIP_Label_b1aa2129-79ec-42c0-bfac-e5b7a0374572_SiteId">
    <vt:lpwstr>5d471751-9675-428d-917b-70f44f9630b0</vt:lpwstr>
  </property>
  <property fmtid="{D5CDD505-2E9C-101B-9397-08002B2CF9AE}" pid="7" name="MSIP_Label_b1aa2129-79ec-42c0-bfac-e5b7a0374572_Owner">
    <vt:lpwstr>marius.dumuta@nokia.com</vt:lpwstr>
  </property>
  <property fmtid="{D5CDD505-2E9C-101B-9397-08002B2CF9AE}" pid="8" name="MSIP_Label_b1aa2129-79ec-42c0-bfac-e5b7a0374572_SetDate">
    <vt:lpwstr>2020-07-24T14:14:29.0790604Z</vt:lpwstr>
  </property>
  <property fmtid="{D5CDD505-2E9C-101B-9397-08002B2CF9AE}" pid="9" name="MSIP_Label_b1aa2129-79ec-42c0-bfac-e5b7a0374572_Name">
    <vt:lpwstr>Public</vt:lpwstr>
  </property>
  <property fmtid="{D5CDD505-2E9C-101B-9397-08002B2CF9AE}" pid="10" name="MSIP_Label_b1aa2129-79ec-42c0-bfac-e5b7a0374572_Application">
    <vt:lpwstr>Microsoft Azure Information Protection</vt:lpwstr>
  </property>
  <property fmtid="{D5CDD505-2E9C-101B-9397-08002B2CF9AE}" pid="11" name="MSIP_Label_b1aa2129-79ec-42c0-bfac-e5b7a0374572_ActionId">
    <vt:lpwstr>78b2dcfc-6d24-48f2-afcc-641bdcf13fb8</vt:lpwstr>
  </property>
  <property fmtid="{D5CDD505-2E9C-101B-9397-08002B2CF9AE}" pid="12" name="MSIP_Label_b1aa2129-79ec-42c0-bfac-e5b7a0374572_Extended_MSFT_Method">
    <vt:lpwstr>Manual</vt:lpwstr>
  </property>
  <property fmtid="{D5CDD505-2E9C-101B-9397-08002B2CF9AE}" pid="13" name="Sensitivity">
    <vt:lpwstr>Public</vt:lpwstr>
  </property>
</Properties>
</file>