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customXml/itemProps6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3.xml" ContentType="application/vnd.openxmlformats-officedocument.theme+xml"/>
  <Override PartName="/ppt/slideLayouts/slideLayout16.xml" ContentType="application/vnd.openxmlformats-officedocument.presentationml.slideLayout+xml"/>
  <Override PartName="/ppt/theme/theme4.xml" ContentType="application/vnd.openxmlformats-officedocument.theme+xml"/>
  <Override PartName="/ppt/slideLayouts/slideLayout17.xml" ContentType="application/vnd.openxmlformats-officedocument.presentationml.slideLayout+xml"/>
  <Override PartName="/ppt/theme/theme5.xml" ContentType="application/vnd.openxmlformats-officedocument.theme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6.xml" ContentType="application/vnd.openxmlformats-officedocument.theme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7.xml" ContentType="application/vnd.openxmlformats-officedocument.theme+xml"/>
  <Override PartName="/ppt/theme/theme8.xml" ContentType="application/vnd.openxmlformats-officedocument.them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0" r:id="rId7"/>
    <p:sldMasterId id="2147483712" r:id="rId8"/>
    <p:sldMasterId id="2147483673" r:id="rId9"/>
    <p:sldMasterId id="2147483676" r:id="rId10"/>
    <p:sldMasterId id="2147483678" r:id="rId11"/>
    <p:sldMasterId id="2147483680" r:id="rId12"/>
    <p:sldMasterId id="2147483726" r:id="rId13"/>
  </p:sldMasterIdLst>
  <p:notesMasterIdLst>
    <p:notesMasterId r:id="rId32"/>
  </p:notesMasterIdLst>
  <p:sldIdLst>
    <p:sldId id="257" r:id="rId14"/>
    <p:sldId id="915" r:id="rId15"/>
    <p:sldId id="261" r:id="rId16"/>
    <p:sldId id="1033" r:id="rId17"/>
    <p:sldId id="937" r:id="rId18"/>
    <p:sldId id="916" r:id="rId19"/>
    <p:sldId id="935" r:id="rId20"/>
    <p:sldId id="936" r:id="rId21"/>
    <p:sldId id="917" r:id="rId22"/>
    <p:sldId id="938" r:id="rId23"/>
    <p:sldId id="1032" r:id="rId24"/>
    <p:sldId id="950" r:id="rId25"/>
    <p:sldId id="941" r:id="rId26"/>
    <p:sldId id="942" r:id="rId27"/>
    <p:sldId id="943" r:id="rId28"/>
    <p:sldId id="1034" r:id="rId29"/>
    <p:sldId id="263" r:id="rId30"/>
    <p:sldId id="264" r:id="rId31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59" d="100"/>
          <a:sy n="159" d="100"/>
        </p:scale>
        <p:origin x="542" y="11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2.xml"/><Relationship Id="rId13" Type="http://schemas.openxmlformats.org/officeDocument/2006/relationships/slideMaster" Target="slideMasters/slideMaster7.xml"/><Relationship Id="rId18" Type="http://schemas.openxmlformats.org/officeDocument/2006/relationships/slide" Target="slides/slide5.xml"/><Relationship Id="rId26" Type="http://schemas.openxmlformats.org/officeDocument/2006/relationships/slide" Target="slides/slide13.xml"/><Relationship Id="rId3" Type="http://schemas.openxmlformats.org/officeDocument/2006/relationships/customXml" Target="../customXml/item3.xml"/><Relationship Id="rId21" Type="http://schemas.openxmlformats.org/officeDocument/2006/relationships/slide" Target="slides/slide8.xml"/><Relationship Id="rId34" Type="http://schemas.openxmlformats.org/officeDocument/2006/relationships/viewProps" Target="viewProps.xml"/><Relationship Id="rId7" Type="http://schemas.openxmlformats.org/officeDocument/2006/relationships/slideMaster" Target="slideMasters/slideMaster1.xml"/><Relationship Id="rId12" Type="http://schemas.openxmlformats.org/officeDocument/2006/relationships/slideMaster" Target="slideMasters/slideMaster6.xml"/><Relationship Id="rId17" Type="http://schemas.openxmlformats.org/officeDocument/2006/relationships/slide" Target="slides/slide4.xml"/><Relationship Id="rId25" Type="http://schemas.openxmlformats.org/officeDocument/2006/relationships/slide" Target="slides/slide12.xml"/><Relationship Id="rId33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3.xml"/><Relationship Id="rId20" Type="http://schemas.openxmlformats.org/officeDocument/2006/relationships/slide" Target="slides/slide7.xml"/><Relationship Id="rId29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customXml" Target="../customXml/item6.xml"/><Relationship Id="rId11" Type="http://schemas.openxmlformats.org/officeDocument/2006/relationships/slideMaster" Target="slideMasters/slideMaster5.xml"/><Relationship Id="rId24" Type="http://schemas.openxmlformats.org/officeDocument/2006/relationships/slide" Target="slides/slide11.xml"/><Relationship Id="rId32" Type="http://schemas.openxmlformats.org/officeDocument/2006/relationships/notesMaster" Target="notesMasters/notesMaster1.xml"/><Relationship Id="rId5" Type="http://schemas.openxmlformats.org/officeDocument/2006/relationships/customXml" Target="../customXml/item5.xml"/><Relationship Id="rId15" Type="http://schemas.openxmlformats.org/officeDocument/2006/relationships/slide" Target="slides/slide2.xml"/><Relationship Id="rId23" Type="http://schemas.openxmlformats.org/officeDocument/2006/relationships/slide" Target="slides/slide10.xml"/><Relationship Id="rId28" Type="http://schemas.openxmlformats.org/officeDocument/2006/relationships/slide" Target="slides/slide15.xml"/><Relationship Id="rId36" Type="http://schemas.openxmlformats.org/officeDocument/2006/relationships/tableStyles" Target="tableStyles.xml"/><Relationship Id="rId10" Type="http://schemas.openxmlformats.org/officeDocument/2006/relationships/slideMaster" Target="slideMasters/slideMaster4.xml"/><Relationship Id="rId19" Type="http://schemas.openxmlformats.org/officeDocument/2006/relationships/slide" Target="slides/slide6.xml"/><Relationship Id="rId31" Type="http://schemas.openxmlformats.org/officeDocument/2006/relationships/slide" Target="slides/slide18.xml"/><Relationship Id="rId4" Type="http://schemas.openxmlformats.org/officeDocument/2006/relationships/customXml" Target="../customXml/item4.xml"/><Relationship Id="rId9" Type="http://schemas.openxmlformats.org/officeDocument/2006/relationships/slideMaster" Target="slideMasters/slideMaster3.xml"/><Relationship Id="rId14" Type="http://schemas.openxmlformats.org/officeDocument/2006/relationships/slide" Target="slides/slide1.xml"/><Relationship Id="rId22" Type="http://schemas.openxmlformats.org/officeDocument/2006/relationships/slide" Target="slides/slide9.xml"/><Relationship Id="rId27" Type="http://schemas.openxmlformats.org/officeDocument/2006/relationships/slide" Target="slides/slide14.xml"/><Relationship Id="rId30" Type="http://schemas.openxmlformats.org/officeDocument/2006/relationships/slide" Target="slides/slide17.xml"/><Relationship Id="rId35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F03831C-DEBA-4A3A-8C36-FD8115E217DA}" type="datetimeFigureOut">
              <a:rPr lang="en-US" smtClean="0"/>
              <a:t>7/6/2020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D4EF5B-ECC8-43EE-A509-D601DDF42A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51804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2.emf"/><Relationship Id="rId4" Type="http://schemas.openxmlformats.org/officeDocument/2006/relationships/oleObject" Target="../embeddings/oleObject1.bin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2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3.emf"/><Relationship Id="rId4" Type="http://schemas.openxmlformats.org/officeDocument/2006/relationships/oleObject" Target="../embeddings/oleObject2.bin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7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1_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D543A0E-70E6-46DB-8F7C-06A0214599E8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GB"/>
              <a:t>&lt;Document ID: change ID in footer or remove&gt; &lt;Change information classification in footer&gt;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87788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2_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A1D69DC-9F16-4CA4-A0E0-1872B8AD5DB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&lt;Document ID: change ID in footer or remove&gt; &lt;Change information classification in footer&gt;</a:t>
            </a:r>
            <a:endParaRPr lang="en-US"/>
          </a:p>
        </p:txBody>
      </p:sp>
      <p:sp>
        <p:nvSpPr>
          <p:cNvPr id="4" name="Text Placeholder 12">
            <a:extLst>
              <a:ext uri="{FF2B5EF4-FFF2-40B4-BE49-F238E27FC236}">
                <a16:creationId xmlns:a16="http://schemas.microsoft.com/office/drawing/2014/main" id="{99A4E175-66C0-4DDD-AA07-5D4B03CEA1D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7600" y="590400"/>
            <a:ext cx="8308800" cy="3096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>
                <a:solidFill>
                  <a:schemeClr val="bg2"/>
                </a:solidFill>
                <a:latin typeface="+mj-lt"/>
              </a:defRPr>
            </a:lvl1pPr>
            <a:lvl2pPr>
              <a:defRPr sz="2000">
                <a:latin typeface="+mj-lt"/>
              </a:defRPr>
            </a:lvl2pPr>
            <a:lvl3pPr>
              <a:defRPr sz="2000">
                <a:latin typeface="+mj-lt"/>
              </a:defRPr>
            </a:lvl3pPr>
            <a:lvl4pPr>
              <a:defRPr sz="2000">
                <a:latin typeface="+mj-lt"/>
              </a:defRPr>
            </a:lvl4pPr>
            <a:lvl5pPr>
              <a:defRPr sz="2000">
                <a:latin typeface="+mj-lt"/>
              </a:defRPr>
            </a:lvl5pPr>
          </a:lstStyle>
          <a:p>
            <a:pPr lvl="0"/>
            <a:r>
              <a:rPr lang="en-US" noProof="0" dirty="0"/>
              <a:t>Click to edit secondary headline</a:t>
            </a:r>
          </a:p>
        </p:txBody>
      </p:sp>
      <p:sp>
        <p:nvSpPr>
          <p:cNvPr id="5" name="Text Placeholder 42">
            <a:extLst>
              <a:ext uri="{FF2B5EF4-FFF2-40B4-BE49-F238E27FC236}">
                <a16:creationId xmlns:a16="http://schemas.microsoft.com/office/drawing/2014/main" id="{F4102E0A-65A1-4E0C-ABCA-2CEBB8D5BF5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17600" y="280800"/>
            <a:ext cx="8308800" cy="3096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noProof="0" dirty="0"/>
              <a:t>Click to edit headline</a:t>
            </a:r>
          </a:p>
        </p:txBody>
      </p:sp>
    </p:spTree>
    <p:extLst>
      <p:ext uri="{BB962C8B-B14F-4D97-AF65-F5344CB8AC3E}">
        <p14:creationId xmlns:p14="http://schemas.microsoft.com/office/powerpoint/2010/main" val="36528516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3_Single Tex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D5DDEE8-FF3C-4742-BB8C-B09BB2526AC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&lt;Document ID: change ID in footer or remove&gt; &lt;Change information classification in footer&gt;</a:t>
            </a:r>
            <a:endParaRPr lang="en-US"/>
          </a:p>
        </p:txBody>
      </p:sp>
      <p:sp>
        <p:nvSpPr>
          <p:cNvPr id="4" name="Text Placeholder 12">
            <a:extLst>
              <a:ext uri="{FF2B5EF4-FFF2-40B4-BE49-F238E27FC236}">
                <a16:creationId xmlns:a16="http://schemas.microsoft.com/office/drawing/2014/main" id="{B4B383DF-E841-4958-AC70-1FE077578D0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7600" y="590400"/>
            <a:ext cx="8308800" cy="3096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>
                <a:solidFill>
                  <a:schemeClr val="bg2"/>
                </a:solidFill>
                <a:latin typeface="+mj-lt"/>
              </a:defRPr>
            </a:lvl1pPr>
            <a:lvl2pPr>
              <a:defRPr sz="2000">
                <a:latin typeface="+mj-lt"/>
              </a:defRPr>
            </a:lvl2pPr>
            <a:lvl3pPr>
              <a:defRPr sz="2000">
                <a:latin typeface="+mj-lt"/>
              </a:defRPr>
            </a:lvl3pPr>
            <a:lvl4pPr>
              <a:defRPr sz="2000">
                <a:latin typeface="+mj-lt"/>
              </a:defRPr>
            </a:lvl4pPr>
            <a:lvl5pPr>
              <a:defRPr sz="2000">
                <a:latin typeface="+mj-lt"/>
              </a:defRPr>
            </a:lvl5pPr>
          </a:lstStyle>
          <a:p>
            <a:pPr lvl="0"/>
            <a:r>
              <a:rPr lang="en-US" noProof="0" dirty="0"/>
              <a:t>Click to edit secondary headline</a:t>
            </a:r>
          </a:p>
        </p:txBody>
      </p:sp>
      <p:sp>
        <p:nvSpPr>
          <p:cNvPr id="5" name="Text Placeholder 42">
            <a:extLst>
              <a:ext uri="{FF2B5EF4-FFF2-40B4-BE49-F238E27FC236}">
                <a16:creationId xmlns:a16="http://schemas.microsoft.com/office/drawing/2014/main" id="{6D425CB6-0BAB-4AB6-ADCE-D68F0C1DF88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17600" y="280800"/>
            <a:ext cx="8308800" cy="3096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noProof="0" dirty="0"/>
              <a:t>Click to edit headline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087D8427-6029-4956-BF93-C47F0DB8797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17600" y="1080000"/>
            <a:ext cx="8308800" cy="356040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600">
                <a:solidFill>
                  <a:schemeClr val="tx2"/>
                </a:solidFill>
                <a:latin typeface="+mn-lt"/>
              </a:defRPr>
            </a:lvl1pPr>
            <a:lvl2pPr marL="230400" indent="0"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tx2"/>
                </a:solidFill>
                <a:latin typeface="+mn-lt"/>
              </a:defRPr>
            </a:lvl2pPr>
            <a:lvl3pPr marL="462600" indent="0">
              <a:spcBef>
                <a:spcPts val="0"/>
              </a:spcBef>
              <a:spcAft>
                <a:spcPts val="600"/>
              </a:spcAft>
              <a:buNone/>
              <a:defRPr sz="1200">
                <a:solidFill>
                  <a:schemeClr val="tx2"/>
                </a:solidFill>
                <a:latin typeface="+mn-lt"/>
              </a:defRPr>
            </a:lvl3pPr>
            <a:lvl4pPr marL="693000" indent="0">
              <a:spcBef>
                <a:spcPts val="0"/>
              </a:spcBef>
              <a:spcAft>
                <a:spcPts val="600"/>
              </a:spcAft>
              <a:buNone/>
              <a:defRPr sz="1000">
                <a:solidFill>
                  <a:schemeClr val="tx2"/>
                </a:solidFill>
                <a:latin typeface="+mn-lt"/>
              </a:defRPr>
            </a:lvl4pPr>
            <a:lvl5pPr marL="923400" indent="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800">
                <a:solidFill>
                  <a:schemeClr val="tx2"/>
                </a:solidFill>
                <a:latin typeface="+mn-lt"/>
              </a:defRPr>
            </a:lvl5pPr>
            <a:lvl6pPr marL="1382400" indent="-228600">
              <a:spcBef>
                <a:spcPts val="0"/>
              </a:spcBef>
              <a:spcAft>
                <a:spcPts val="600"/>
              </a:spcAft>
              <a:buFont typeface="Nokia Pure Text" panose="020B0503020202020204" pitchFamily="34" charset="0"/>
              <a:buChar char="‒"/>
              <a:defRPr sz="800" baseline="0">
                <a:solidFill>
                  <a:schemeClr val="tx2"/>
                </a:solidFill>
              </a:defRPr>
            </a:lvl6pPr>
            <a:lvl7pPr marL="1612800">
              <a:spcBef>
                <a:spcPts val="0"/>
              </a:spcBef>
              <a:spcAft>
                <a:spcPts val="600"/>
              </a:spcAft>
              <a:defRPr sz="700">
                <a:solidFill>
                  <a:schemeClr val="tx2"/>
                </a:solidFill>
              </a:defRPr>
            </a:lvl7pPr>
            <a:lvl8pPr marL="1843200">
              <a:spcBef>
                <a:spcPts val="0"/>
              </a:spcBef>
              <a:spcAft>
                <a:spcPts val="600"/>
              </a:spcAft>
              <a:defRPr sz="600">
                <a:solidFill>
                  <a:schemeClr val="tx2"/>
                </a:solidFill>
              </a:defRPr>
            </a:lvl8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5855243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4_Single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2">
            <a:extLst>
              <a:ext uri="{FF2B5EF4-FFF2-40B4-BE49-F238E27FC236}">
                <a16:creationId xmlns:a16="http://schemas.microsoft.com/office/drawing/2014/main" id="{4F384717-39C3-4AC7-9EA1-C3EA1A638B6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17600" y="590400"/>
            <a:ext cx="8308800" cy="3096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>
                <a:solidFill>
                  <a:schemeClr val="bg2"/>
                </a:solidFill>
                <a:latin typeface="+mj-lt"/>
              </a:defRPr>
            </a:lvl1pPr>
            <a:lvl2pPr>
              <a:defRPr sz="2000">
                <a:latin typeface="+mj-lt"/>
              </a:defRPr>
            </a:lvl2pPr>
            <a:lvl3pPr>
              <a:defRPr sz="2000">
                <a:latin typeface="+mj-lt"/>
              </a:defRPr>
            </a:lvl3pPr>
            <a:lvl4pPr>
              <a:defRPr sz="2000">
                <a:latin typeface="+mj-lt"/>
              </a:defRPr>
            </a:lvl4pPr>
            <a:lvl5pPr>
              <a:defRPr sz="2000">
                <a:latin typeface="+mj-lt"/>
              </a:defRPr>
            </a:lvl5pPr>
          </a:lstStyle>
          <a:p>
            <a:pPr lvl="0"/>
            <a:r>
              <a:rPr lang="en-US" noProof="0" dirty="0"/>
              <a:t>Click to edit secondary headline</a:t>
            </a:r>
          </a:p>
        </p:txBody>
      </p:sp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6D6C4B20-F952-4A3C-AB73-2A06B8C3F69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7600" y="280800"/>
            <a:ext cx="8308800" cy="3096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noProof="0" dirty="0"/>
              <a:t>Click to edit headline</a:t>
            </a:r>
          </a:p>
        </p:txBody>
      </p:sp>
      <p:sp>
        <p:nvSpPr>
          <p:cNvPr id="6" name="Table Placeholder 2">
            <a:extLst>
              <a:ext uri="{FF2B5EF4-FFF2-40B4-BE49-F238E27FC236}">
                <a16:creationId xmlns:a16="http://schemas.microsoft.com/office/drawing/2014/main" id="{1CF4B30C-BC0A-4BED-8EEF-4DDEF7B9FABC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417600" y="1076400"/>
            <a:ext cx="8308800" cy="3564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6746ED1-96F6-4AE8-9D3A-0266CB4B7380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GB"/>
              <a:t>&lt;Document ID: change ID in footer or remove&gt; &lt;Change information classification in footer&gt;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64158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5_Single 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2">
            <a:extLst>
              <a:ext uri="{FF2B5EF4-FFF2-40B4-BE49-F238E27FC236}">
                <a16:creationId xmlns:a16="http://schemas.microsoft.com/office/drawing/2014/main" id="{4F384717-39C3-4AC7-9EA1-C3EA1A638B6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17600" y="590400"/>
            <a:ext cx="8308800" cy="3096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>
                <a:solidFill>
                  <a:schemeClr val="bg2"/>
                </a:solidFill>
                <a:latin typeface="+mj-lt"/>
              </a:defRPr>
            </a:lvl1pPr>
            <a:lvl2pPr>
              <a:defRPr sz="2000">
                <a:latin typeface="+mj-lt"/>
              </a:defRPr>
            </a:lvl2pPr>
            <a:lvl3pPr>
              <a:defRPr sz="2000">
                <a:latin typeface="+mj-lt"/>
              </a:defRPr>
            </a:lvl3pPr>
            <a:lvl4pPr>
              <a:defRPr sz="2000">
                <a:latin typeface="+mj-lt"/>
              </a:defRPr>
            </a:lvl4pPr>
            <a:lvl5pPr>
              <a:defRPr sz="2000">
                <a:latin typeface="+mj-lt"/>
              </a:defRPr>
            </a:lvl5pPr>
          </a:lstStyle>
          <a:p>
            <a:pPr lvl="0"/>
            <a:r>
              <a:rPr lang="en-US" noProof="0" dirty="0"/>
              <a:t>Click to edit secondary headline</a:t>
            </a:r>
          </a:p>
        </p:txBody>
      </p:sp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6D6C4B20-F952-4A3C-AB73-2A06B8C3F69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7600" y="280800"/>
            <a:ext cx="8308800" cy="3096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noProof="0" dirty="0"/>
              <a:t>Click to edit headline</a:t>
            </a:r>
          </a:p>
        </p:txBody>
      </p:sp>
      <p:sp>
        <p:nvSpPr>
          <p:cNvPr id="7" name="SmartArt Placeholder 2">
            <a:extLst>
              <a:ext uri="{FF2B5EF4-FFF2-40B4-BE49-F238E27FC236}">
                <a16:creationId xmlns:a16="http://schemas.microsoft.com/office/drawing/2014/main" id="{9E969AE7-D418-4354-A166-2D9EC9AFFBD5}"/>
              </a:ext>
            </a:extLst>
          </p:cNvPr>
          <p:cNvSpPr>
            <a:spLocks noGrp="1"/>
          </p:cNvSpPr>
          <p:nvPr>
            <p:ph type="dgm" sz="quarter" idx="14"/>
          </p:nvPr>
        </p:nvSpPr>
        <p:spPr>
          <a:xfrm>
            <a:off x="417600" y="1076400"/>
            <a:ext cx="8308800" cy="3564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icon to add SmartArt graphic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B72D45-B478-45D6-BC5D-D958ACDFA9E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&lt;Document ID: change ID in footer or remove&gt; &lt;Change information classification in footer&gt;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34608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6_Two Column Tex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2">
            <a:extLst>
              <a:ext uri="{FF2B5EF4-FFF2-40B4-BE49-F238E27FC236}">
                <a16:creationId xmlns:a16="http://schemas.microsoft.com/office/drawing/2014/main" id="{4F384717-39C3-4AC7-9EA1-C3EA1A638B6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17600" y="590400"/>
            <a:ext cx="8308800" cy="3096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>
                <a:solidFill>
                  <a:schemeClr val="bg2"/>
                </a:solidFill>
                <a:latin typeface="+mj-lt"/>
              </a:defRPr>
            </a:lvl1pPr>
            <a:lvl2pPr>
              <a:defRPr sz="2000">
                <a:latin typeface="+mj-lt"/>
              </a:defRPr>
            </a:lvl2pPr>
            <a:lvl3pPr>
              <a:defRPr sz="2000">
                <a:latin typeface="+mj-lt"/>
              </a:defRPr>
            </a:lvl3pPr>
            <a:lvl4pPr>
              <a:defRPr sz="2000">
                <a:latin typeface="+mj-lt"/>
              </a:defRPr>
            </a:lvl4pPr>
            <a:lvl5pPr>
              <a:defRPr sz="2000">
                <a:latin typeface="+mj-lt"/>
              </a:defRPr>
            </a:lvl5pPr>
          </a:lstStyle>
          <a:p>
            <a:pPr lvl="0"/>
            <a:r>
              <a:rPr lang="en-US" noProof="0" dirty="0"/>
              <a:t>Click to edit secondary headline</a:t>
            </a:r>
          </a:p>
        </p:txBody>
      </p:sp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6D6C4B20-F952-4A3C-AB73-2A06B8C3F69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7600" y="280800"/>
            <a:ext cx="8308800" cy="3096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noProof="0" dirty="0"/>
              <a:t>Click to edit headline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D48EFACD-CEB2-4692-815C-86D19FBB4A4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17600" y="1080000"/>
            <a:ext cx="4010400" cy="356040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600">
                <a:solidFill>
                  <a:schemeClr val="tx2"/>
                </a:solidFill>
                <a:latin typeface="+mn-lt"/>
              </a:defRPr>
            </a:lvl1pPr>
            <a:lvl2pPr marL="230400" indent="0"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tx2"/>
                </a:solidFill>
                <a:latin typeface="+mn-lt"/>
              </a:defRPr>
            </a:lvl2pPr>
            <a:lvl3pPr marL="462600" indent="0">
              <a:spcBef>
                <a:spcPts val="0"/>
              </a:spcBef>
              <a:spcAft>
                <a:spcPts val="600"/>
              </a:spcAft>
              <a:buNone/>
              <a:defRPr sz="1200">
                <a:solidFill>
                  <a:schemeClr val="tx2"/>
                </a:solidFill>
                <a:latin typeface="+mn-lt"/>
              </a:defRPr>
            </a:lvl3pPr>
            <a:lvl4pPr marL="693000" indent="0">
              <a:spcBef>
                <a:spcPts val="0"/>
              </a:spcBef>
              <a:spcAft>
                <a:spcPts val="600"/>
              </a:spcAft>
              <a:buNone/>
              <a:defRPr sz="1000">
                <a:solidFill>
                  <a:schemeClr val="tx2"/>
                </a:solidFill>
                <a:latin typeface="+mn-lt"/>
              </a:defRPr>
            </a:lvl4pPr>
            <a:lvl5pPr marL="923400" indent="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800">
                <a:solidFill>
                  <a:schemeClr val="tx2"/>
                </a:solidFill>
                <a:latin typeface="+mn-lt"/>
              </a:defRPr>
            </a:lvl5pPr>
            <a:lvl6pPr marL="1382400" indent="-228600">
              <a:spcBef>
                <a:spcPts val="0"/>
              </a:spcBef>
              <a:spcAft>
                <a:spcPts val="600"/>
              </a:spcAft>
              <a:buFont typeface="Nokia Pure Text" panose="020B0503020202020204" pitchFamily="34" charset="0"/>
              <a:buChar char="‒"/>
              <a:defRPr sz="800" baseline="0">
                <a:solidFill>
                  <a:schemeClr val="tx2"/>
                </a:solidFill>
              </a:defRPr>
            </a:lvl6pPr>
            <a:lvl7pPr marL="1612800">
              <a:spcBef>
                <a:spcPts val="0"/>
              </a:spcBef>
              <a:spcAft>
                <a:spcPts val="600"/>
              </a:spcAft>
              <a:defRPr sz="700">
                <a:solidFill>
                  <a:schemeClr val="tx2"/>
                </a:solidFill>
              </a:defRPr>
            </a:lvl7pPr>
            <a:lvl8pPr marL="1843200">
              <a:spcBef>
                <a:spcPts val="0"/>
              </a:spcBef>
              <a:spcAft>
                <a:spcPts val="600"/>
              </a:spcAft>
              <a:defRPr sz="600">
                <a:solidFill>
                  <a:schemeClr val="tx2"/>
                </a:solidFill>
              </a:defRPr>
            </a:lvl8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3CBCB907-9E7B-4CB2-B9DE-4FC3076D2A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716000" y="1080000"/>
            <a:ext cx="4010400" cy="356040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600">
                <a:solidFill>
                  <a:schemeClr val="tx2"/>
                </a:solidFill>
                <a:latin typeface="+mn-lt"/>
              </a:defRPr>
            </a:lvl1pPr>
            <a:lvl2pPr marL="230400" indent="0"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tx2"/>
                </a:solidFill>
                <a:latin typeface="+mn-lt"/>
              </a:defRPr>
            </a:lvl2pPr>
            <a:lvl3pPr marL="462600" indent="0">
              <a:spcBef>
                <a:spcPts val="0"/>
              </a:spcBef>
              <a:spcAft>
                <a:spcPts val="600"/>
              </a:spcAft>
              <a:buNone/>
              <a:defRPr sz="1200">
                <a:solidFill>
                  <a:schemeClr val="tx2"/>
                </a:solidFill>
                <a:latin typeface="+mn-lt"/>
              </a:defRPr>
            </a:lvl3pPr>
            <a:lvl4pPr marL="693000" indent="0">
              <a:spcBef>
                <a:spcPts val="0"/>
              </a:spcBef>
              <a:spcAft>
                <a:spcPts val="600"/>
              </a:spcAft>
              <a:buNone/>
              <a:defRPr sz="1000">
                <a:solidFill>
                  <a:schemeClr val="tx2"/>
                </a:solidFill>
                <a:latin typeface="+mn-lt"/>
              </a:defRPr>
            </a:lvl4pPr>
            <a:lvl5pPr marL="923400" indent="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800">
                <a:solidFill>
                  <a:schemeClr val="tx2"/>
                </a:solidFill>
                <a:latin typeface="+mn-lt"/>
              </a:defRPr>
            </a:lvl5pPr>
            <a:lvl6pPr marL="1382400" indent="-228600">
              <a:spcBef>
                <a:spcPts val="0"/>
              </a:spcBef>
              <a:spcAft>
                <a:spcPts val="600"/>
              </a:spcAft>
              <a:buFont typeface="Nokia Pure Text" panose="020B0503020202020204" pitchFamily="34" charset="0"/>
              <a:buChar char="‒"/>
              <a:defRPr sz="800" baseline="0">
                <a:solidFill>
                  <a:schemeClr val="tx2"/>
                </a:solidFill>
              </a:defRPr>
            </a:lvl6pPr>
            <a:lvl7pPr marL="1612800">
              <a:spcBef>
                <a:spcPts val="0"/>
              </a:spcBef>
              <a:spcAft>
                <a:spcPts val="600"/>
              </a:spcAft>
              <a:defRPr sz="700">
                <a:solidFill>
                  <a:schemeClr val="tx2"/>
                </a:solidFill>
              </a:defRPr>
            </a:lvl7pPr>
            <a:lvl8pPr marL="1843200">
              <a:spcBef>
                <a:spcPts val="0"/>
              </a:spcBef>
              <a:spcAft>
                <a:spcPts val="600"/>
              </a:spcAft>
              <a:defRPr sz="600">
                <a:solidFill>
                  <a:schemeClr val="tx2"/>
                </a:solidFill>
              </a:defRPr>
            </a:lvl8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14DFDF-6038-42CF-9F88-F60BDA6A7F2B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GB"/>
              <a:t>&lt;Document ID: change ID in footer or remove&gt; &lt;Change information classification in footer&gt;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21472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7_Two Column Mix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2">
            <a:extLst>
              <a:ext uri="{FF2B5EF4-FFF2-40B4-BE49-F238E27FC236}">
                <a16:creationId xmlns:a16="http://schemas.microsoft.com/office/drawing/2014/main" id="{4F384717-39C3-4AC7-9EA1-C3EA1A638B6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17600" y="590400"/>
            <a:ext cx="8308800" cy="3096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>
                <a:solidFill>
                  <a:schemeClr val="bg2"/>
                </a:solidFill>
                <a:latin typeface="+mj-lt"/>
              </a:defRPr>
            </a:lvl1pPr>
            <a:lvl2pPr>
              <a:defRPr sz="2000">
                <a:latin typeface="+mj-lt"/>
              </a:defRPr>
            </a:lvl2pPr>
            <a:lvl3pPr>
              <a:defRPr sz="2000">
                <a:latin typeface="+mj-lt"/>
              </a:defRPr>
            </a:lvl3pPr>
            <a:lvl4pPr>
              <a:defRPr sz="2000">
                <a:latin typeface="+mj-lt"/>
              </a:defRPr>
            </a:lvl4pPr>
            <a:lvl5pPr>
              <a:defRPr sz="2000">
                <a:latin typeface="+mj-lt"/>
              </a:defRPr>
            </a:lvl5pPr>
          </a:lstStyle>
          <a:p>
            <a:pPr lvl="0"/>
            <a:r>
              <a:rPr lang="en-US" noProof="0" dirty="0"/>
              <a:t>Click to edit secondary headline</a:t>
            </a:r>
          </a:p>
        </p:txBody>
      </p:sp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6D6C4B20-F952-4A3C-AB73-2A06B8C3F69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7600" y="280800"/>
            <a:ext cx="8308800" cy="3096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noProof="0" dirty="0"/>
              <a:t>Click to edit headline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8C469832-DACB-40B0-988E-5D708FA937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716000" y="1080000"/>
            <a:ext cx="4010400" cy="356040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600">
                <a:solidFill>
                  <a:schemeClr val="tx2"/>
                </a:solidFill>
                <a:latin typeface="+mn-lt"/>
              </a:defRPr>
            </a:lvl1pPr>
            <a:lvl2pPr marL="230400" indent="0"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tx2"/>
                </a:solidFill>
                <a:latin typeface="+mn-lt"/>
              </a:defRPr>
            </a:lvl2pPr>
            <a:lvl3pPr marL="462600" indent="0">
              <a:spcBef>
                <a:spcPts val="0"/>
              </a:spcBef>
              <a:spcAft>
                <a:spcPts val="600"/>
              </a:spcAft>
              <a:buNone/>
              <a:defRPr sz="1200">
                <a:solidFill>
                  <a:schemeClr val="tx2"/>
                </a:solidFill>
                <a:latin typeface="+mn-lt"/>
              </a:defRPr>
            </a:lvl3pPr>
            <a:lvl4pPr marL="693000" indent="0">
              <a:spcBef>
                <a:spcPts val="0"/>
              </a:spcBef>
              <a:spcAft>
                <a:spcPts val="600"/>
              </a:spcAft>
              <a:buNone/>
              <a:defRPr sz="1000">
                <a:solidFill>
                  <a:schemeClr val="tx2"/>
                </a:solidFill>
                <a:latin typeface="+mn-lt"/>
              </a:defRPr>
            </a:lvl4pPr>
            <a:lvl5pPr marL="923400" indent="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800">
                <a:solidFill>
                  <a:schemeClr val="tx2"/>
                </a:solidFill>
                <a:latin typeface="+mn-lt"/>
              </a:defRPr>
            </a:lvl5pPr>
            <a:lvl6pPr marL="1382400" indent="-228600">
              <a:spcBef>
                <a:spcPts val="0"/>
              </a:spcBef>
              <a:spcAft>
                <a:spcPts val="600"/>
              </a:spcAft>
              <a:buFont typeface="Nokia Pure Text" panose="020B0503020202020204" pitchFamily="34" charset="0"/>
              <a:buChar char="‒"/>
              <a:defRPr sz="800" baseline="0">
                <a:solidFill>
                  <a:schemeClr val="tx2"/>
                </a:solidFill>
              </a:defRPr>
            </a:lvl6pPr>
            <a:lvl7pPr marL="1612800">
              <a:spcBef>
                <a:spcPts val="0"/>
              </a:spcBef>
              <a:spcAft>
                <a:spcPts val="600"/>
              </a:spcAft>
              <a:defRPr sz="700">
                <a:solidFill>
                  <a:schemeClr val="tx2"/>
                </a:solidFill>
              </a:defRPr>
            </a:lvl7pPr>
            <a:lvl8pPr marL="1843200">
              <a:spcBef>
                <a:spcPts val="0"/>
              </a:spcBef>
              <a:spcAft>
                <a:spcPts val="600"/>
              </a:spcAft>
              <a:defRPr sz="600">
                <a:solidFill>
                  <a:schemeClr val="tx2"/>
                </a:solidFill>
              </a:defRPr>
            </a:lvl8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9" name="Table Placeholder 4">
            <a:extLst>
              <a:ext uri="{FF2B5EF4-FFF2-40B4-BE49-F238E27FC236}">
                <a16:creationId xmlns:a16="http://schemas.microsoft.com/office/drawing/2014/main" id="{B3F0CABE-2F16-456A-A120-390FEDFE43A9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417600" y="1080000"/>
            <a:ext cx="4010400" cy="35604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 noProof="0"/>
              <a:t>Click icon to add table</a:t>
            </a:r>
            <a:endParaRPr lang="en-US" noProof="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28BA92-8F61-4F9A-B36F-9769D72C71A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&lt;Document ID: change ID in footer or remove&gt; &lt;Change information classification in footer&gt;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15357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8_Three Column Tex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2">
            <a:extLst>
              <a:ext uri="{FF2B5EF4-FFF2-40B4-BE49-F238E27FC236}">
                <a16:creationId xmlns:a16="http://schemas.microsoft.com/office/drawing/2014/main" id="{4F384717-39C3-4AC7-9EA1-C3EA1A638B6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17600" y="590400"/>
            <a:ext cx="8308800" cy="3096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>
                <a:solidFill>
                  <a:schemeClr val="bg2"/>
                </a:solidFill>
                <a:latin typeface="+mj-lt"/>
              </a:defRPr>
            </a:lvl1pPr>
            <a:lvl2pPr>
              <a:defRPr sz="2000">
                <a:latin typeface="+mj-lt"/>
              </a:defRPr>
            </a:lvl2pPr>
            <a:lvl3pPr>
              <a:defRPr sz="2000">
                <a:latin typeface="+mj-lt"/>
              </a:defRPr>
            </a:lvl3pPr>
            <a:lvl4pPr>
              <a:defRPr sz="2000">
                <a:latin typeface="+mj-lt"/>
              </a:defRPr>
            </a:lvl4pPr>
            <a:lvl5pPr>
              <a:defRPr sz="2000">
                <a:latin typeface="+mj-lt"/>
              </a:defRPr>
            </a:lvl5pPr>
          </a:lstStyle>
          <a:p>
            <a:pPr lvl="0"/>
            <a:r>
              <a:rPr lang="en-US" noProof="0" dirty="0"/>
              <a:t>Click to edit secondary headline</a:t>
            </a:r>
          </a:p>
        </p:txBody>
      </p:sp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6D6C4B20-F952-4A3C-AB73-2A06B8C3F69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7600" y="280800"/>
            <a:ext cx="8308800" cy="3096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noProof="0" dirty="0"/>
              <a:t>Click to edit headline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2B478DF6-0668-488C-9E0C-4567E0DE8FC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17600" y="1080000"/>
            <a:ext cx="2592000" cy="356040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600">
                <a:solidFill>
                  <a:schemeClr val="tx2"/>
                </a:solidFill>
                <a:latin typeface="+mn-lt"/>
              </a:defRPr>
            </a:lvl1pPr>
            <a:lvl2pPr marL="230400" indent="0"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tx2"/>
                </a:solidFill>
                <a:latin typeface="+mn-lt"/>
              </a:defRPr>
            </a:lvl2pPr>
            <a:lvl3pPr marL="462600" indent="0">
              <a:spcBef>
                <a:spcPts val="0"/>
              </a:spcBef>
              <a:spcAft>
                <a:spcPts val="600"/>
              </a:spcAft>
              <a:buNone/>
              <a:defRPr sz="1200">
                <a:solidFill>
                  <a:schemeClr val="tx2"/>
                </a:solidFill>
                <a:latin typeface="+mn-lt"/>
              </a:defRPr>
            </a:lvl3pPr>
            <a:lvl4pPr marL="693000" indent="0">
              <a:spcBef>
                <a:spcPts val="0"/>
              </a:spcBef>
              <a:spcAft>
                <a:spcPts val="600"/>
              </a:spcAft>
              <a:buNone/>
              <a:defRPr sz="1000">
                <a:solidFill>
                  <a:schemeClr val="tx2"/>
                </a:solidFill>
                <a:latin typeface="+mn-lt"/>
              </a:defRPr>
            </a:lvl4pPr>
            <a:lvl5pPr marL="923400" indent="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800">
                <a:solidFill>
                  <a:schemeClr val="tx2"/>
                </a:solidFill>
                <a:latin typeface="+mn-lt"/>
              </a:defRPr>
            </a:lvl5pPr>
            <a:lvl6pPr marL="1382400" indent="-228600">
              <a:spcBef>
                <a:spcPts val="0"/>
              </a:spcBef>
              <a:spcAft>
                <a:spcPts val="600"/>
              </a:spcAft>
              <a:buFont typeface="Nokia Pure Text" panose="020B0503020202020204" pitchFamily="34" charset="0"/>
              <a:buChar char="‒"/>
              <a:defRPr sz="800" baseline="0">
                <a:solidFill>
                  <a:schemeClr val="tx2"/>
                </a:solidFill>
              </a:defRPr>
            </a:lvl6pPr>
            <a:lvl7pPr marL="1612800">
              <a:spcBef>
                <a:spcPts val="0"/>
              </a:spcBef>
              <a:spcAft>
                <a:spcPts val="600"/>
              </a:spcAft>
              <a:defRPr sz="700">
                <a:solidFill>
                  <a:schemeClr val="tx2"/>
                </a:solidFill>
              </a:defRPr>
            </a:lvl7pPr>
            <a:lvl8pPr marL="1843200">
              <a:spcBef>
                <a:spcPts val="0"/>
              </a:spcBef>
              <a:spcAft>
                <a:spcPts val="600"/>
              </a:spcAft>
              <a:defRPr sz="600">
                <a:solidFill>
                  <a:schemeClr val="tx2"/>
                </a:solidFill>
              </a:defRPr>
            </a:lvl8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2EC091DE-89A6-4271-8BB9-BAB40C67B3E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75856" y="1080000"/>
            <a:ext cx="2592000" cy="356040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600">
                <a:solidFill>
                  <a:schemeClr val="tx2"/>
                </a:solidFill>
                <a:latin typeface="+mn-lt"/>
              </a:defRPr>
            </a:lvl1pPr>
            <a:lvl2pPr marL="230400" indent="0"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tx2"/>
                </a:solidFill>
                <a:latin typeface="+mn-lt"/>
              </a:defRPr>
            </a:lvl2pPr>
            <a:lvl3pPr marL="462600" indent="0">
              <a:spcBef>
                <a:spcPts val="0"/>
              </a:spcBef>
              <a:spcAft>
                <a:spcPts val="600"/>
              </a:spcAft>
              <a:buNone/>
              <a:defRPr sz="1200">
                <a:solidFill>
                  <a:schemeClr val="tx2"/>
                </a:solidFill>
                <a:latin typeface="+mn-lt"/>
              </a:defRPr>
            </a:lvl3pPr>
            <a:lvl4pPr marL="693000" indent="0">
              <a:spcBef>
                <a:spcPts val="0"/>
              </a:spcBef>
              <a:spcAft>
                <a:spcPts val="600"/>
              </a:spcAft>
              <a:buNone/>
              <a:defRPr sz="1000">
                <a:solidFill>
                  <a:schemeClr val="tx2"/>
                </a:solidFill>
                <a:latin typeface="+mn-lt"/>
              </a:defRPr>
            </a:lvl4pPr>
            <a:lvl5pPr marL="923400" indent="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800">
                <a:solidFill>
                  <a:schemeClr val="tx2"/>
                </a:solidFill>
                <a:latin typeface="+mn-lt"/>
              </a:defRPr>
            </a:lvl5pPr>
            <a:lvl6pPr marL="1382400" indent="-228600">
              <a:spcBef>
                <a:spcPts val="0"/>
              </a:spcBef>
              <a:spcAft>
                <a:spcPts val="600"/>
              </a:spcAft>
              <a:buFont typeface="Nokia Pure Text" panose="020B0503020202020204" pitchFamily="34" charset="0"/>
              <a:buChar char="‒"/>
              <a:defRPr sz="800" baseline="0">
                <a:solidFill>
                  <a:schemeClr val="tx2"/>
                </a:solidFill>
              </a:defRPr>
            </a:lvl6pPr>
            <a:lvl7pPr marL="1612800">
              <a:spcBef>
                <a:spcPts val="0"/>
              </a:spcBef>
              <a:spcAft>
                <a:spcPts val="600"/>
              </a:spcAft>
              <a:defRPr sz="700">
                <a:solidFill>
                  <a:schemeClr val="tx2"/>
                </a:solidFill>
              </a:defRPr>
            </a:lvl7pPr>
            <a:lvl8pPr marL="1843200">
              <a:spcBef>
                <a:spcPts val="0"/>
              </a:spcBef>
              <a:spcAft>
                <a:spcPts val="600"/>
              </a:spcAft>
              <a:defRPr sz="600">
                <a:solidFill>
                  <a:schemeClr val="tx2"/>
                </a:solidFill>
              </a:defRPr>
            </a:lvl8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4D1772D9-E08D-420E-AB34-CCAC26D77FE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34400" y="1080000"/>
            <a:ext cx="2592000" cy="356040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600">
                <a:solidFill>
                  <a:schemeClr val="tx2"/>
                </a:solidFill>
                <a:latin typeface="+mn-lt"/>
              </a:defRPr>
            </a:lvl1pPr>
            <a:lvl2pPr marL="230400" indent="0"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tx2"/>
                </a:solidFill>
                <a:latin typeface="+mn-lt"/>
              </a:defRPr>
            </a:lvl2pPr>
            <a:lvl3pPr marL="462600" indent="0">
              <a:spcBef>
                <a:spcPts val="0"/>
              </a:spcBef>
              <a:spcAft>
                <a:spcPts val="600"/>
              </a:spcAft>
              <a:buNone/>
              <a:defRPr sz="1200">
                <a:solidFill>
                  <a:schemeClr val="tx2"/>
                </a:solidFill>
                <a:latin typeface="+mn-lt"/>
              </a:defRPr>
            </a:lvl3pPr>
            <a:lvl4pPr marL="693000" indent="0">
              <a:spcBef>
                <a:spcPts val="0"/>
              </a:spcBef>
              <a:spcAft>
                <a:spcPts val="600"/>
              </a:spcAft>
              <a:buNone/>
              <a:defRPr sz="1000">
                <a:solidFill>
                  <a:schemeClr val="tx2"/>
                </a:solidFill>
                <a:latin typeface="+mn-lt"/>
              </a:defRPr>
            </a:lvl4pPr>
            <a:lvl5pPr marL="923400" indent="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800">
                <a:solidFill>
                  <a:schemeClr val="tx2"/>
                </a:solidFill>
                <a:latin typeface="+mn-lt"/>
              </a:defRPr>
            </a:lvl5pPr>
            <a:lvl6pPr marL="1382400" indent="-228600">
              <a:spcBef>
                <a:spcPts val="0"/>
              </a:spcBef>
              <a:spcAft>
                <a:spcPts val="600"/>
              </a:spcAft>
              <a:buFont typeface="Nokia Pure Text" panose="020B0503020202020204" pitchFamily="34" charset="0"/>
              <a:buChar char="‒"/>
              <a:defRPr sz="800" baseline="0">
                <a:solidFill>
                  <a:schemeClr val="tx2"/>
                </a:solidFill>
              </a:defRPr>
            </a:lvl6pPr>
            <a:lvl7pPr marL="1612800">
              <a:spcBef>
                <a:spcPts val="0"/>
              </a:spcBef>
              <a:spcAft>
                <a:spcPts val="600"/>
              </a:spcAft>
              <a:defRPr sz="700">
                <a:solidFill>
                  <a:schemeClr val="tx2"/>
                </a:solidFill>
              </a:defRPr>
            </a:lvl7pPr>
            <a:lvl8pPr marL="1843200">
              <a:spcBef>
                <a:spcPts val="0"/>
              </a:spcBef>
              <a:spcAft>
                <a:spcPts val="600"/>
              </a:spcAft>
              <a:defRPr sz="600">
                <a:solidFill>
                  <a:schemeClr val="tx2"/>
                </a:solidFill>
              </a:defRPr>
            </a:lvl8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D23F99-89E3-4290-B5FE-D72F99F36EA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&lt;Document ID: change ID in footer or remove&gt; &lt;Change information classification in footer&gt;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24956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9_Three Column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2">
            <a:extLst>
              <a:ext uri="{FF2B5EF4-FFF2-40B4-BE49-F238E27FC236}">
                <a16:creationId xmlns:a16="http://schemas.microsoft.com/office/drawing/2014/main" id="{4F384717-39C3-4AC7-9EA1-C3EA1A638B6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17600" y="590400"/>
            <a:ext cx="8308800" cy="3096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>
                <a:solidFill>
                  <a:schemeClr val="bg2"/>
                </a:solidFill>
                <a:latin typeface="+mj-lt"/>
              </a:defRPr>
            </a:lvl1pPr>
            <a:lvl2pPr>
              <a:defRPr sz="2000">
                <a:latin typeface="+mj-lt"/>
              </a:defRPr>
            </a:lvl2pPr>
            <a:lvl3pPr>
              <a:defRPr sz="2000">
                <a:latin typeface="+mj-lt"/>
              </a:defRPr>
            </a:lvl3pPr>
            <a:lvl4pPr>
              <a:defRPr sz="2000">
                <a:latin typeface="+mj-lt"/>
              </a:defRPr>
            </a:lvl4pPr>
            <a:lvl5pPr>
              <a:defRPr sz="2000">
                <a:latin typeface="+mj-lt"/>
              </a:defRPr>
            </a:lvl5pPr>
          </a:lstStyle>
          <a:p>
            <a:pPr lvl="0"/>
            <a:r>
              <a:rPr lang="en-US" noProof="0" dirty="0"/>
              <a:t>Click to edit secondary headline</a:t>
            </a:r>
          </a:p>
        </p:txBody>
      </p:sp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6D6C4B20-F952-4A3C-AB73-2A06B8C3F69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7600" y="280800"/>
            <a:ext cx="8308800" cy="3096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noProof="0" dirty="0"/>
              <a:t>Click to edit headline</a:t>
            </a:r>
          </a:p>
        </p:txBody>
      </p:sp>
      <p:sp>
        <p:nvSpPr>
          <p:cNvPr id="9" name="Table Placeholder 2">
            <a:extLst>
              <a:ext uri="{FF2B5EF4-FFF2-40B4-BE49-F238E27FC236}">
                <a16:creationId xmlns:a16="http://schemas.microsoft.com/office/drawing/2014/main" id="{D0874136-2C1C-4222-98DA-D238FBD9743F}"/>
              </a:ext>
            </a:extLst>
          </p:cNvPr>
          <p:cNvSpPr>
            <a:spLocks noGrp="1"/>
          </p:cNvSpPr>
          <p:nvPr>
            <p:ph type="tbl" sz="quarter" idx="15"/>
          </p:nvPr>
        </p:nvSpPr>
        <p:spPr>
          <a:xfrm>
            <a:off x="417312" y="1080000"/>
            <a:ext cx="2592000" cy="35604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12" name="Table Placeholder 2">
            <a:extLst>
              <a:ext uri="{FF2B5EF4-FFF2-40B4-BE49-F238E27FC236}">
                <a16:creationId xmlns:a16="http://schemas.microsoft.com/office/drawing/2014/main" id="{B9EA6A3E-9087-42C1-89A6-8204E100E361}"/>
              </a:ext>
            </a:extLst>
          </p:cNvPr>
          <p:cNvSpPr>
            <a:spLocks noGrp="1"/>
          </p:cNvSpPr>
          <p:nvPr>
            <p:ph type="tbl" sz="quarter" idx="16"/>
          </p:nvPr>
        </p:nvSpPr>
        <p:spPr>
          <a:xfrm>
            <a:off x="6132423" y="1080000"/>
            <a:ext cx="2592000" cy="35604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13" name="Table Placeholder 2">
            <a:extLst>
              <a:ext uri="{FF2B5EF4-FFF2-40B4-BE49-F238E27FC236}">
                <a16:creationId xmlns:a16="http://schemas.microsoft.com/office/drawing/2014/main" id="{98BD97D8-C9D8-4E9B-90F2-C010D6EE811E}"/>
              </a:ext>
            </a:extLst>
          </p:cNvPr>
          <p:cNvSpPr>
            <a:spLocks noGrp="1"/>
          </p:cNvSpPr>
          <p:nvPr>
            <p:ph type="tbl" sz="quarter" idx="17"/>
          </p:nvPr>
        </p:nvSpPr>
        <p:spPr>
          <a:xfrm>
            <a:off x="3273879" y="1080000"/>
            <a:ext cx="2592000" cy="35604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C81E09-B357-4439-BD31-02945978E3D5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GB"/>
              <a:t>&lt;Document ID: change ID in footer or remove&gt; &lt;Change information classification in footer&gt;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67904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10_Four Column Tex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2">
            <a:extLst>
              <a:ext uri="{FF2B5EF4-FFF2-40B4-BE49-F238E27FC236}">
                <a16:creationId xmlns:a16="http://schemas.microsoft.com/office/drawing/2014/main" id="{4F384717-39C3-4AC7-9EA1-C3EA1A638B6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17600" y="590400"/>
            <a:ext cx="8308800" cy="3096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>
                <a:solidFill>
                  <a:schemeClr val="bg2"/>
                </a:solidFill>
                <a:latin typeface="+mj-lt"/>
              </a:defRPr>
            </a:lvl1pPr>
            <a:lvl2pPr>
              <a:defRPr sz="2000">
                <a:latin typeface="+mj-lt"/>
              </a:defRPr>
            </a:lvl2pPr>
            <a:lvl3pPr>
              <a:defRPr sz="2000">
                <a:latin typeface="+mj-lt"/>
              </a:defRPr>
            </a:lvl3pPr>
            <a:lvl4pPr>
              <a:defRPr sz="2000">
                <a:latin typeface="+mj-lt"/>
              </a:defRPr>
            </a:lvl4pPr>
            <a:lvl5pPr>
              <a:defRPr sz="2000">
                <a:latin typeface="+mj-lt"/>
              </a:defRPr>
            </a:lvl5pPr>
          </a:lstStyle>
          <a:p>
            <a:pPr lvl="0"/>
            <a:r>
              <a:rPr lang="en-US" noProof="0" dirty="0"/>
              <a:t>Click to edit secondary headline</a:t>
            </a:r>
          </a:p>
        </p:txBody>
      </p:sp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6D6C4B20-F952-4A3C-AB73-2A06B8C3F69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7600" y="280800"/>
            <a:ext cx="8308800" cy="3096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noProof="0" dirty="0"/>
              <a:t>Click to edit headline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09C1B709-09CD-404B-B852-419096D0681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17600" y="1080000"/>
            <a:ext cx="1893600" cy="356040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600">
                <a:solidFill>
                  <a:schemeClr val="tx2"/>
                </a:solidFill>
                <a:latin typeface="+mn-lt"/>
              </a:defRPr>
            </a:lvl1pPr>
            <a:lvl2pPr marL="230400" indent="0"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tx2"/>
                </a:solidFill>
                <a:latin typeface="+mn-lt"/>
              </a:defRPr>
            </a:lvl2pPr>
            <a:lvl3pPr marL="462600" indent="0">
              <a:spcBef>
                <a:spcPts val="0"/>
              </a:spcBef>
              <a:spcAft>
                <a:spcPts val="600"/>
              </a:spcAft>
              <a:buNone/>
              <a:defRPr sz="1200">
                <a:solidFill>
                  <a:schemeClr val="tx2"/>
                </a:solidFill>
                <a:latin typeface="+mn-lt"/>
              </a:defRPr>
            </a:lvl3pPr>
            <a:lvl4pPr marL="693000" indent="0">
              <a:spcBef>
                <a:spcPts val="0"/>
              </a:spcBef>
              <a:spcAft>
                <a:spcPts val="600"/>
              </a:spcAft>
              <a:buNone/>
              <a:defRPr sz="1000">
                <a:solidFill>
                  <a:schemeClr val="tx2"/>
                </a:solidFill>
                <a:latin typeface="+mn-lt"/>
              </a:defRPr>
            </a:lvl4pPr>
            <a:lvl5pPr marL="923400" indent="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800">
                <a:solidFill>
                  <a:schemeClr val="tx2"/>
                </a:solidFill>
                <a:latin typeface="+mn-lt"/>
              </a:defRPr>
            </a:lvl5pPr>
            <a:lvl6pPr marL="1382400" indent="-228600">
              <a:spcBef>
                <a:spcPts val="0"/>
              </a:spcBef>
              <a:spcAft>
                <a:spcPts val="600"/>
              </a:spcAft>
              <a:buFont typeface="Nokia Pure Text" panose="020B0503020202020204" pitchFamily="34" charset="0"/>
              <a:buChar char="‒"/>
              <a:defRPr sz="800" baseline="0">
                <a:solidFill>
                  <a:schemeClr val="tx2"/>
                </a:solidFill>
              </a:defRPr>
            </a:lvl6pPr>
            <a:lvl7pPr marL="1612800">
              <a:spcBef>
                <a:spcPts val="0"/>
              </a:spcBef>
              <a:spcAft>
                <a:spcPts val="600"/>
              </a:spcAft>
              <a:defRPr sz="700">
                <a:solidFill>
                  <a:schemeClr val="tx2"/>
                </a:solidFill>
              </a:defRPr>
            </a:lvl7pPr>
            <a:lvl8pPr marL="1843200">
              <a:spcBef>
                <a:spcPts val="0"/>
              </a:spcBef>
              <a:spcAft>
                <a:spcPts val="600"/>
              </a:spcAft>
              <a:defRPr sz="600">
                <a:solidFill>
                  <a:schemeClr val="tx2"/>
                </a:solidFill>
              </a:defRPr>
            </a:lvl8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2D9B7F28-94B8-42B4-A97D-4EBCB20F679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6000" y="1080000"/>
            <a:ext cx="1893600" cy="356040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600">
                <a:solidFill>
                  <a:schemeClr val="tx2"/>
                </a:solidFill>
                <a:latin typeface="+mn-lt"/>
              </a:defRPr>
            </a:lvl1pPr>
            <a:lvl2pPr marL="230400" indent="0"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tx2"/>
                </a:solidFill>
                <a:latin typeface="+mn-lt"/>
              </a:defRPr>
            </a:lvl2pPr>
            <a:lvl3pPr marL="462600" indent="0">
              <a:spcBef>
                <a:spcPts val="0"/>
              </a:spcBef>
              <a:spcAft>
                <a:spcPts val="600"/>
              </a:spcAft>
              <a:buNone/>
              <a:defRPr sz="1200">
                <a:solidFill>
                  <a:schemeClr val="tx2"/>
                </a:solidFill>
                <a:latin typeface="+mn-lt"/>
              </a:defRPr>
            </a:lvl3pPr>
            <a:lvl4pPr marL="693000" indent="0">
              <a:spcBef>
                <a:spcPts val="0"/>
              </a:spcBef>
              <a:spcAft>
                <a:spcPts val="600"/>
              </a:spcAft>
              <a:buNone/>
              <a:defRPr sz="1000">
                <a:solidFill>
                  <a:schemeClr val="tx2"/>
                </a:solidFill>
                <a:latin typeface="+mn-lt"/>
              </a:defRPr>
            </a:lvl4pPr>
            <a:lvl5pPr marL="923400" indent="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800">
                <a:solidFill>
                  <a:schemeClr val="tx2"/>
                </a:solidFill>
                <a:latin typeface="+mn-lt"/>
              </a:defRPr>
            </a:lvl5pPr>
            <a:lvl6pPr marL="1382400" indent="-228600">
              <a:spcBef>
                <a:spcPts val="0"/>
              </a:spcBef>
              <a:spcAft>
                <a:spcPts val="600"/>
              </a:spcAft>
              <a:buFont typeface="Nokia Pure Text" panose="020B0503020202020204" pitchFamily="34" charset="0"/>
              <a:buChar char="‒"/>
              <a:defRPr sz="800" baseline="0">
                <a:solidFill>
                  <a:schemeClr val="tx2"/>
                </a:solidFill>
              </a:defRPr>
            </a:lvl6pPr>
            <a:lvl7pPr marL="1612800">
              <a:spcBef>
                <a:spcPts val="0"/>
              </a:spcBef>
              <a:spcAft>
                <a:spcPts val="600"/>
              </a:spcAft>
              <a:defRPr sz="700">
                <a:solidFill>
                  <a:schemeClr val="tx2"/>
                </a:solidFill>
              </a:defRPr>
            </a:lvl7pPr>
            <a:lvl8pPr marL="1843200">
              <a:spcBef>
                <a:spcPts val="0"/>
              </a:spcBef>
              <a:spcAft>
                <a:spcPts val="600"/>
              </a:spcAft>
              <a:defRPr sz="600">
                <a:solidFill>
                  <a:schemeClr val="tx2"/>
                </a:solidFill>
              </a:defRPr>
            </a:lvl8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7AB4DD6D-9400-4306-8B75-2CFF920828F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694400" y="1080000"/>
            <a:ext cx="1893600" cy="356040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600">
                <a:solidFill>
                  <a:schemeClr val="tx2"/>
                </a:solidFill>
                <a:latin typeface="+mn-lt"/>
              </a:defRPr>
            </a:lvl1pPr>
            <a:lvl2pPr marL="230400" indent="0"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tx2"/>
                </a:solidFill>
                <a:latin typeface="+mn-lt"/>
              </a:defRPr>
            </a:lvl2pPr>
            <a:lvl3pPr marL="462600" indent="0">
              <a:spcBef>
                <a:spcPts val="0"/>
              </a:spcBef>
              <a:spcAft>
                <a:spcPts val="600"/>
              </a:spcAft>
              <a:buNone/>
              <a:defRPr sz="1200">
                <a:solidFill>
                  <a:schemeClr val="tx2"/>
                </a:solidFill>
                <a:latin typeface="+mn-lt"/>
              </a:defRPr>
            </a:lvl3pPr>
            <a:lvl4pPr marL="693000" indent="0">
              <a:spcBef>
                <a:spcPts val="0"/>
              </a:spcBef>
              <a:spcAft>
                <a:spcPts val="600"/>
              </a:spcAft>
              <a:buNone/>
              <a:defRPr sz="1000">
                <a:solidFill>
                  <a:schemeClr val="tx2"/>
                </a:solidFill>
                <a:latin typeface="+mn-lt"/>
              </a:defRPr>
            </a:lvl4pPr>
            <a:lvl5pPr marL="923400" indent="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800">
                <a:solidFill>
                  <a:schemeClr val="tx2"/>
                </a:solidFill>
                <a:latin typeface="+mn-lt"/>
              </a:defRPr>
            </a:lvl5pPr>
            <a:lvl6pPr marL="1382400" indent="-228600">
              <a:spcBef>
                <a:spcPts val="0"/>
              </a:spcBef>
              <a:spcAft>
                <a:spcPts val="600"/>
              </a:spcAft>
              <a:buFont typeface="Nokia Pure Text" panose="020B0503020202020204" pitchFamily="34" charset="0"/>
              <a:buChar char="‒"/>
              <a:defRPr sz="800" baseline="0">
                <a:solidFill>
                  <a:schemeClr val="tx2"/>
                </a:solidFill>
              </a:defRPr>
            </a:lvl6pPr>
            <a:lvl7pPr marL="1612800">
              <a:spcBef>
                <a:spcPts val="0"/>
              </a:spcBef>
              <a:spcAft>
                <a:spcPts val="600"/>
              </a:spcAft>
              <a:defRPr sz="700">
                <a:solidFill>
                  <a:schemeClr val="tx2"/>
                </a:solidFill>
              </a:defRPr>
            </a:lvl7pPr>
            <a:lvl8pPr marL="1843200">
              <a:spcBef>
                <a:spcPts val="0"/>
              </a:spcBef>
              <a:spcAft>
                <a:spcPts val="600"/>
              </a:spcAft>
              <a:defRPr sz="600">
                <a:solidFill>
                  <a:schemeClr val="tx2"/>
                </a:solidFill>
              </a:defRPr>
            </a:lvl8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7D6FBD4C-557B-402F-9039-EF287BD8EA5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832800" y="1080000"/>
            <a:ext cx="1893600" cy="356040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600">
                <a:solidFill>
                  <a:schemeClr val="tx2"/>
                </a:solidFill>
                <a:latin typeface="+mn-lt"/>
              </a:defRPr>
            </a:lvl1pPr>
            <a:lvl2pPr marL="230400" indent="0"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tx2"/>
                </a:solidFill>
                <a:latin typeface="+mn-lt"/>
              </a:defRPr>
            </a:lvl2pPr>
            <a:lvl3pPr marL="462600" indent="0">
              <a:spcBef>
                <a:spcPts val="0"/>
              </a:spcBef>
              <a:spcAft>
                <a:spcPts val="600"/>
              </a:spcAft>
              <a:buNone/>
              <a:defRPr sz="1200">
                <a:solidFill>
                  <a:schemeClr val="tx2"/>
                </a:solidFill>
                <a:latin typeface="+mn-lt"/>
              </a:defRPr>
            </a:lvl3pPr>
            <a:lvl4pPr marL="693000" indent="0">
              <a:spcBef>
                <a:spcPts val="0"/>
              </a:spcBef>
              <a:spcAft>
                <a:spcPts val="600"/>
              </a:spcAft>
              <a:buNone/>
              <a:defRPr sz="1000">
                <a:solidFill>
                  <a:schemeClr val="tx2"/>
                </a:solidFill>
                <a:latin typeface="+mn-lt"/>
              </a:defRPr>
            </a:lvl4pPr>
            <a:lvl5pPr marL="923400" indent="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800">
                <a:solidFill>
                  <a:schemeClr val="tx2"/>
                </a:solidFill>
                <a:latin typeface="+mn-lt"/>
              </a:defRPr>
            </a:lvl5pPr>
            <a:lvl6pPr marL="1382400" indent="-228600">
              <a:spcBef>
                <a:spcPts val="0"/>
              </a:spcBef>
              <a:spcAft>
                <a:spcPts val="600"/>
              </a:spcAft>
              <a:buFont typeface="Nokia Pure Text" panose="020B0503020202020204" pitchFamily="34" charset="0"/>
              <a:buChar char="‒"/>
              <a:defRPr sz="800" baseline="0">
                <a:solidFill>
                  <a:schemeClr val="tx2"/>
                </a:solidFill>
              </a:defRPr>
            </a:lvl6pPr>
            <a:lvl7pPr marL="1612800">
              <a:spcBef>
                <a:spcPts val="0"/>
              </a:spcBef>
              <a:spcAft>
                <a:spcPts val="600"/>
              </a:spcAft>
              <a:defRPr sz="700">
                <a:solidFill>
                  <a:schemeClr val="tx2"/>
                </a:solidFill>
              </a:defRPr>
            </a:lvl7pPr>
            <a:lvl8pPr marL="1843200">
              <a:spcBef>
                <a:spcPts val="0"/>
              </a:spcBef>
              <a:spcAft>
                <a:spcPts val="600"/>
              </a:spcAft>
              <a:defRPr sz="600">
                <a:solidFill>
                  <a:schemeClr val="tx2"/>
                </a:solidFill>
              </a:defRPr>
            </a:lvl8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CEF9DDB-0B87-42B5-98DF-391316BABF9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/>
              <a:t>&lt;Document ID: change ID in footer or remove&gt; &lt;Change information classification in footer&gt;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49312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Nokia White 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6668351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4"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417600" y="279249"/>
            <a:ext cx="8308800" cy="309600"/>
          </a:xfrm>
        </p:spPr>
        <p:txBody>
          <a:bodyPr/>
          <a:lstStyle>
            <a:lvl1pPr>
              <a:defRPr sz="2000" b="0">
                <a:solidFill>
                  <a:schemeClr val="tx1"/>
                </a:solidFill>
                <a:latin typeface="+mj-lt"/>
                <a:sym typeface="Nokia Pure Text Light" panose="020B0304040602060303" pitchFamily="34" charset="0"/>
              </a:defRPr>
            </a:lvl1pPr>
          </a:lstStyle>
          <a:p>
            <a:r>
              <a:rPr lang="en-GB" dirty="0"/>
              <a:t>Click to edit headline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417512" y="590400"/>
            <a:ext cx="8308800" cy="309600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 sz="2000">
                <a:solidFill>
                  <a:schemeClr val="bg2"/>
                </a:solidFill>
                <a:latin typeface="+mj-lt"/>
                <a:ea typeface="Nokia Pure Text Light" panose="020B0304040602060303" pitchFamily="34" charset="0"/>
                <a:cs typeface="Nokia Pure Text Light" panose="020B0304040602060303" pitchFamily="34" charset="0"/>
                <a:sym typeface="Nokia Pure Text Light" panose="020B0304040602060303" pitchFamily="34" charset="0"/>
              </a:defRPr>
            </a:lvl1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n-GB" dirty="0"/>
              <a:t>Click to edit secondary headline</a:t>
            </a:r>
          </a:p>
        </p:txBody>
      </p:sp>
      <p:sp>
        <p:nvSpPr>
          <p:cNvPr id="6" name="Text Placeholder 10"/>
          <p:cNvSpPr>
            <a:spLocks noGrp="1"/>
          </p:cNvSpPr>
          <p:nvPr>
            <p:ph type="body" sz="quarter" idx="16"/>
          </p:nvPr>
        </p:nvSpPr>
        <p:spPr>
          <a:xfrm>
            <a:off x="417598" y="1080000"/>
            <a:ext cx="8308800" cy="35604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Aft>
                <a:spcPts val="600"/>
              </a:spcAft>
              <a:buFont typeface="Arial" pitchFamily="34" charset="0"/>
              <a:buNone/>
              <a:defRPr sz="1400" baseline="0">
                <a:solidFill>
                  <a:schemeClr val="tx2"/>
                </a:solidFill>
                <a:ea typeface="Nokia Pure Text Light" panose="020B0304040602060303" pitchFamily="34" charset="0"/>
                <a:cs typeface="Nokia Pure Text Light" panose="020B0304040602060303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Footer Placeholder 14">
            <a:extLst>
              <a:ext uri="{FF2B5EF4-FFF2-40B4-BE49-F238E27FC236}">
                <a16:creationId xmlns:a16="http://schemas.microsoft.com/office/drawing/2014/main" id="{1BA9B396-E408-406E-BE50-10B81A437D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04000" y="4816800"/>
            <a:ext cx="4536000" cy="1224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0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GB"/>
              <a:t>Nokia internal use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17876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E577DA46-A705-4E90-9729-499F6A93DA5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851886819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18"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E577DA46-A705-4E90-9729-499F6A93DA5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itle 1">
            <a:extLst>
              <a:ext uri="{FF2B5EF4-FFF2-40B4-BE49-F238E27FC236}">
                <a16:creationId xmlns:a16="http://schemas.microsoft.com/office/drawing/2014/main" id="{2F1FE949-206E-41E9-97F8-97633DFE268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7600" y="279249"/>
            <a:ext cx="8308800" cy="309600"/>
          </a:xfrm>
        </p:spPr>
        <p:txBody>
          <a:bodyPr/>
          <a:lstStyle>
            <a:lvl1pPr>
              <a:defRPr sz="2000" b="0">
                <a:solidFill>
                  <a:schemeClr val="tx1"/>
                </a:solidFill>
                <a:latin typeface="+mj-lt"/>
                <a:sym typeface="Nokia Pure Text Light" panose="020B0304040602060303" pitchFamily="34" charset="0"/>
              </a:defRPr>
            </a:lvl1pPr>
          </a:lstStyle>
          <a:p>
            <a:r>
              <a:rPr lang="en-GB" dirty="0"/>
              <a:t>Click to edit headline</a:t>
            </a:r>
            <a:endParaRPr lang="en-US" dirty="0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AC6753EF-4F7B-41F9-BCA6-9BA10A046C6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7512" y="590400"/>
            <a:ext cx="8308800" cy="309600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 sz="2000">
                <a:solidFill>
                  <a:schemeClr val="bg2"/>
                </a:solidFill>
                <a:latin typeface="+mj-lt"/>
                <a:ea typeface="Nokia Pure Text Light" panose="020B0304040602060303" pitchFamily="34" charset="0"/>
                <a:cs typeface="Nokia Pure Text Light" panose="020B0304040602060303" pitchFamily="34" charset="0"/>
                <a:sym typeface="Nokia Pure Text Light" panose="020B0304040602060303" pitchFamily="34" charset="0"/>
              </a:defRPr>
            </a:lvl1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n-GB" dirty="0"/>
              <a:t>Click to edit secondary headline</a:t>
            </a:r>
          </a:p>
        </p:txBody>
      </p:sp>
      <p:sp>
        <p:nvSpPr>
          <p:cNvPr id="6" name="Footer Placeholder 14">
            <a:extLst>
              <a:ext uri="{FF2B5EF4-FFF2-40B4-BE49-F238E27FC236}">
                <a16:creationId xmlns:a16="http://schemas.microsoft.com/office/drawing/2014/main" id="{336C36DF-2BC6-4715-8B6D-03C3220E8A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04000" y="4816800"/>
            <a:ext cx="4536000" cy="1224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0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GB"/>
              <a:t>Nokia internal use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628820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.1_White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42">
            <a:extLst>
              <a:ext uri="{FF2B5EF4-FFF2-40B4-BE49-F238E27FC236}">
                <a16:creationId xmlns:a16="http://schemas.microsoft.com/office/drawing/2014/main" id="{A4F04206-BA94-4881-BA5F-F4855044D62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7200" y="900000"/>
            <a:ext cx="8359200" cy="198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6600" baseline="0">
                <a:solidFill>
                  <a:schemeClr val="tx1"/>
                </a:solidFill>
                <a:latin typeface="Nokia Pure Headline Ultra Light" panose="020B0204020202020204" pitchFamily="34" charset="0"/>
              </a:defRPr>
            </a:lvl1pPr>
          </a:lstStyle>
          <a:p>
            <a:pPr lvl="0"/>
            <a:r>
              <a:rPr lang="en-US" dirty="0"/>
              <a:t>Main headline in sentence case here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82395FE5-ACED-4CF9-93C7-742199141AC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34502" y="3060000"/>
            <a:ext cx="8291898" cy="157680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>
                <a:solidFill>
                  <a:schemeClr val="tx1"/>
                </a:solidFill>
                <a:latin typeface="Nokia Pure Text Light" panose="020B0403020202020204" pitchFamily="34" charset="0"/>
                <a:ea typeface="Nokia Pure Text Light" panose="020B0403020202020204" pitchFamily="34" charset="0"/>
              </a:defRPr>
            </a:lvl1pPr>
            <a:lvl2pPr marL="230400" indent="0"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tx1"/>
                </a:solidFill>
                <a:latin typeface="Nokia Pure Text Light" panose="020B0403020202020204" pitchFamily="34" charset="0"/>
                <a:ea typeface="Nokia Pure Text Light" panose="020B0403020202020204" pitchFamily="34" charset="0"/>
              </a:defRPr>
            </a:lvl2pPr>
            <a:lvl3pPr marL="462600" indent="0">
              <a:spcBef>
                <a:spcPts val="0"/>
              </a:spcBef>
              <a:spcAft>
                <a:spcPts val="600"/>
              </a:spcAft>
              <a:buNone/>
              <a:defRPr sz="1200">
                <a:solidFill>
                  <a:schemeClr val="tx1"/>
                </a:solidFill>
                <a:latin typeface="Nokia Pure Text Light" panose="020B0403020202020204" pitchFamily="34" charset="0"/>
                <a:ea typeface="Nokia Pure Text Light" panose="020B0403020202020204" pitchFamily="34" charset="0"/>
              </a:defRPr>
            </a:lvl3pPr>
            <a:lvl4pPr marL="693000" indent="0">
              <a:spcBef>
                <a:spcPts val="0"/>
              </a:spcBef>
              <a:spcAft>
                <a:spcPts val="600"/>
              </a:spcAft>
              <a:buNone/>
              <a:defRPr sz="1000">
                <a:solidFill>
                  <a:schemeClr val="tx1"/>
                </a:solidFill>
                <a:latin typeface="Nokia Pure Text Light" panose="020B0403020202020204" pitchFamily="34" charset="0"/>
                <a:ea typeface="Nokia Pure Text Light" panose="020B0403020202020204" pitchFamily="34" charset="0"/>
              </a:defRPr>
            </a:lvl4pPr>
            <a:lvl5pPr marL="923400" indent="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900">
                <a:solidFill>
                  <a:schemeClr val="tx1"/>
                </a:solidFill>
                <a:latin typeface="Nokia Pure Text Light" panose="020B0403020202020204" pitchFamily="34" charset="0"/>
                <a:ea typeface="Nokia Pure Text Light" panose="020B0403020202020204" pitchFamily="34" charset="0"/>
              </a:defRPr>
            </a:lvl5pPr>
            <a:lvl6pPr marL="1153800" indent="0">
              <a:spcBef>
                <a:spcPts val="0"/>
              </a:spcBef>
              <a:spcAft>
                <a:spcPts val="600"/>
              </a:spcAft>
              <a:buFont typeface="Nokia Pure Text" panose="020B0503020202020204" pitchFamily="34" charset="0"/>
              <a:buNone/>
              <a:defRPr sz="800" baseline="0">
                <a:solidFill>
                  <a:schemeClr val="tx2"/>
                </a:solidFill>
                <a:latin typeface="Nokia Pure Text Light" panose="020B0403020202020204" pitchFamily="34" charset="0"/>
                <a:ea typeface="Nokia Pure Text Light" panose="020B0403020202020204" pitchFamily="34" charset="0"/>
              </a:defRPr>
            </a:lvl6pPr>
            <a:lvl7pPr marL="1384200" indent="0">
              <a:spcBef>
                <a:spcPts val="0"/>
              </a:spcBef>
              <a:spcAft>
                <a:spcPts val="600"/>
              </a:spcAft>
              <a:buNone/>
              <a:defRPr sz="700">
                <a:solidFill>
                  <a:schemeClr val="tx2"/>
                </a:solidFill>
                <a:latin typeface="Nokia Pure Text Light" panose="020B0403020202020204" pitchFamily="34" charset="0"/>
                <a:ea typeface="Nokia Pure Text Light" panose="020B0403020202020204" pitchFamily="34" charset="0"/>
              </a:defRPr>
            </a:lvl7pPr>
            <a:lvl8pPr marL="1614600" indent="0">
              <a:spcBef>
                <a:spcPts val="0"/>
              </a:spcBef>
              <a:spcAft>
                <a:spcPts val="600"/>
              </a:spcAft>
              <a:buNone/>
              <a:defRPr sz="600">
                <a:solidFill>
                  <a:schemeClr val="tx2"/>
                </a:solidFill>
                <a:latin typeface="Nokia Pure Text Light" panose="020B0403020202020204" pitchFamily="34" charset="0"/>
                <a:ea typeface="Nokia Pure Text Light" panose="020B0403020202020204" pitchFamily="34" charset="0"/>
              </a:defRPr>
            </a:lvl8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441332EC-6B80-4828-AE81-B63F414EEB65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2304000" y="4816800"/>
            <a:ext cx="4536000" cy="122400"/>
          </a:xfrm>
          <a:prstGeom prst="rect">
            <a:avLst/>
          </a:prstGeom>
        </p:spPr>
        <p:txBody>
          <a:bodyPr/>
          <a:lstStyle/>
          <a:p>
            <a:r>
              <a:rPr lang="en-GB"/>
              <a:t>&lt;Document ID: change ID in footer or remove&gt; &lt;Change information classification in footer&gt;</a:t>
            </a:r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2A079B4-2296-4AF6-9A4A-00A11E579D4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200" y="36000"/>
            <a:ext cx="1599250" cy="67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687324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.1_Blue Title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42">
            <a:extLst>
              <a:ext uri="{FF2B5EF4-FFF2-40B4-BE49-F238E27FC236}">
                <a16:creationId xmlns:a16="http://schemas.microsoft.com/office/drawing/2014/main" id="{A4F04206-BA94-4881-BA5F-F4855044D62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7200" y="900000"/>
            <a:ext cx="8359200" cy="198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6600" baseline="0">
                <a:solidFill>
                  <a:schemeClr val="bg1"/>
                </a:solidFill>
                <a:latin typeface="Nokia Pure Headline Ultra Light" panose="020B0204020202020204" pitchFamily="34" charset="0"/>
              </a:defRPr>
            </a:lvl1pPr>
          </a:lstStyle>
          <a:p>
            <a:pPr lvl="0"/>
            <a:r>
              <a:rPr lang="en-US" dirty="0"/>
              <a:t>Main headline in sentence case here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82395FE5-ACED-4CF9-93C7-742199141AC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17600" y="3060000"/>
            <a:ext cx="8308800" cy="157680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  <a:latin typeface="Nokia Pure Text Light" panose="020B0403020202020204" pitchFamily="34" charset="0"/>
                <a:ea typeface="Nokia Pure Text Light" panose="020B0403020202020204" pitchFamily="34" charset="0"/>
              </a:defRPr>
            </a:lvl1pPr>
            <a:lvl2pPr marL="230400" indent="0"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1"/>
                </a:solidFill>
                <a:latin typeface="Nokia Pure Text Light" panose="020B0403020202020204" pitchFamily="34" charset="0"/>
                <a:ea typeface="Nokia Pure Text Light" panose="020B0403020202020204" pitchFamily="34" charset="0"/>
              </a:defRPr>
            </a:lvl2pPr>
            <a:lvl3pPr marL="462600" indent="0">
              <a:spcBef>
                <a:spcPts val="0"/>
              </a:spcBef>
              <a:spcAft>
                <a:spcPts val="600"/>
              </a:spcAft>
              <a:buNone/>
              <a:defRPr sz="1200">
                <a:solidFill>
                  <a:schemeClr val="bg1"/>
                </a:solidFill>
                <a:latin typeface="Nokia Pure Text Light" panose="020B0403020202020204" pitchFamily="34" charset="0"/>
                <a:ea typeface="Nokia Pure Text Light" panose="020B0403020202020204" pitchFamily="34" charset="0"/>
              </a:defRPr>
            </a:lvl3pPr>
            <a:lvl4pPr marL="693000" indent="0">
              <a:spcBef>
                <a:spcPts val="0"/>
              </a:spcBef>
              <a:spcAft>
                <a:spcPts val="600"/>
              </a:spcAft>
              <a:buNone/>
              <a:defRPr sz="1000">
                <a:solidFill>
                  <a:schemeClr val="bg1"/>
                </a:solidFill>
                <a:latin typeface="Nokia Pure Text Light" panose="020B0403020202020204" pitchFamily="34" charset="0"/>
                <a:ea typeface="Nokia Pure Text Light" panose="020B0403020202020204" pitchFamily="34" charset="0"/>
              </a:defRPr>
            </a:lvl4pPr>
            <a:lvl5pPr marL="923400" indent="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900">
                <a:solidFill>
                  <a:schemeClr val="bg1"/>
                </a:solidFill>
                <a:latin typeface="Nokia Pure Text Light" panose="020B0403020202020204" pitchFamily="34" charset="0"/>
                <a:ea typeface="Nokia Pure Text Light" panose="020B0403020202020204" pitchFamily="34" charset="0"/>
              </a:defRPr>
            </a:lvl5pPr>
            <a:lvl6pPr marL="1153800" indent="0">
              <a:spcBef>
                <a:spcPts val="0"/>
              </a:spcBef>
              <a:spcAft>
                <a:spcPts val="600"/>
              </a:spcAft>
              <a:buFont typeface="Nokia Pure Text" panose="020B0503020202020204" pitchFamily="34" charset="0"/>
              <a:buNone/>
              <a:defRPr sz="800" baseline="0">
                <a:solidFill>
                  <a:schemeClr val="tx2"/>
                </a:solidFill>
                <a:latin typeface="Nokia Pure Text Light" panose="020B0403020202020204" pitchFamily="34" charset="0"/>
                <a:ea typeface="Nokia Pure Text Light" panose="020B0403020202020204" pitchFamily="34" charset="0"/>
              </a:defRPr>
            </a:lvl6pPr>
            <a:lvl7pPr marL="1384200" indent="0">
              <a:spcBef>
                <a:spcPts val="0"/>
              </a:spcBef>
              <a:spcAft>
                <a:spcPts val="600"/>
              </a:spcAft>
              <a:buNone/>
              <a:defRPr sz="700">
                <a:solidFill>
                  <a:schemeClr val="tx2"/>
                </a:solidFill>
                <a:latin typeface="Nokia Pure Text Light" panose="020B0403020202020204" pitchFamily="34" charset="0"/>
                <a:ea typeface="Nokia Pure Text Light" panose="020B0403020202020204" pitchFamily="34" charset="0"/>
              </a:defRPr>
            </a:lvl7pPr>
            <a:lvl8pPr marL="1614600" indent="0">
              <a:spcBef>
                <a:spcPts val="0"/>
              </a:spcBef>
              <a:spcAft>
                <a:spcPts val="600"/>
              </a:spcAft>
              <a:buNone/>
              <a:defRPr sz="600">
                <a:solidFill>
                  <a:schemeClr val="tx2"/>
                </a:solidFill>
                <a:latin typeface="Nokia Pure Text Light" panose="020B0403020202020204" pitchFamily="34" charset="0"/>
                <a:ea typeface="Nokia Pure Text Light" panose="020B0403020202020204" pitchFamily="34" charset="0"/>
              </a:defRPr>
            </a:lvl8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7354AD9-06FB-4C15-A48D-5001BBC6FF5E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GB"/>
              <a:t>&lt;Document ID: change ID in footer or remove&gt; &lt;Change information classification in footer&gt;</a:t>
            </a:r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81DDC49-8DAE-42EA-847C-6ED7E3A1DDB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988" y="34045"/>
            <a:ext cx="1589956" cy="669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818677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.2_Blue Text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2">
            <a:extLst>
              <a:ext uri="{FF2B5EF4-FFF2-40B4-BE49-F238E27FC236}">
                <a16:creationId xmlns:a16="http://schemas.microsoft.com/office/drawing/2014/main" id="{201F9EFC-1397-476F-AC8D-B29C394E445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17600" y="590400"/>
            <a:ext cx="8308800" cy="3096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>
                <a:solidFill>
                  <a:schemeClr val="bg1"/>
                </a:solidFill>
                <a:latin typeface="Nokia Pure Headline Light" panose="020B0304020202020204" pitchFamily="34" charset="0"/>
              </a:defRPr>
            </a:lvl1pPr>
            <a:lvl2pPr>
              <a:defRPr sz="2000">
                <a:latin typeface="+mj-lt"/>
              </a:defRPr>
            </a:lvl2pPr>
            <a:lvl3pPr>
              <a:defRPr sz="2000">
                <a:latin typeface="+mj-lt"/>
              </a:defRPr>
            </a:lvl3pPr>
            <a:lvl4pPr>
              <a:defRPr sz="2000">
                <a:latin typeface="+mj-lt"/>
              </a:defRPr>
            </a:lvl4pPr>
            <a:lvl5pPr>
              <a:defRPr sz="2000">
                <a:latin typeface="+mj-lt"/>
              </a:defRPr>
            </a:lvl5pPr>
          </a:lstStyle>
          <a:p>
            <a:pPr lvl="0"/>
            <a:r>
              <a:rPr lang="en-US" dirty="0"/>
              <a:t>Click to edit secondary headline</a:t>
            </a:r>
          </a:p>
        </p:txBody>
      </p:sp>
      <p:sp>
        <p:nvSpPr>
          <p:cNvPr id="12" name="Text Placeholder 42">
            <a:extLst>
              <a:ext uri="{FF2B5EF4-FFF2-40B4-BE49-F238E27FC236}">
                <a16:creationId xmlns:a16="http://schemas.microsoft.com/office/drawing/2014/main" id="{B5196263-821B-4B0A-B8F0-F314EF3ADF0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7600" y="280800"/>
            <a:ext cx="8308800" cy="3096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baseline="0">
                <a:solidFill>
                  <a:schemeClr val="bg1"/>
                </a:solidFill>
                <a:latin typeface="Nokia Pure Headline Light" panose="020B0304020202020204" pitchFamily="34" charset="0"/>
              </a:defRPr>
            </a:lvl1pPr>
          </a:lstStyle>
          <a:p>
            <a:pPr lvl="0"/>
            <a:r>
              <a:rPr lang="en-US" dirty="0"/>
              <a:t>Click to edit headline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1252EEB5-B067-4FF5-9D6E-45AD7724914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17600" y="1080000"/>
            <a:ext cx="8308800" cy="356040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600">
                <a:solidFill>
                  <a:schemeClr val="bg1"/>
                </a:solidFill>
                <a:latin typeface="Nokia Pure Text Light" panose="020B0403020202020204" pitchFamily="34" charset="0"/>
                <a:ea typeface="Nokia Pure Text Light" panose="020B0403020202020204" pitchFamily="34" charset="0"/>
              </a:defRPr>
            </a:lvl1pPr>
            <a:lvl2pPr marL="230400" indent="0"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1"/>
                </a:solidFill>
                <a:latin typeface="Nokia Pure Text Light" panose="020B0403020202020204" pitchFamily="34" charset="0"/>
                <a:ea typeface="Nokia Pure Text Light" panose="020B0403020202020204" pitchFamily="34" charset="0"/>
              </a:defRPr>
            </a:lvl2pPr>
            <a:lvl3pPr marL="462600" indent="0">
              <a:spcBef>
                <a:spcPts val="0"/>
              </a:spcBef>
              <a:spcAft>
                <a:spcPts val="600"/>
              </a:spcAft>
              <a:buNone/>
              <a:defRPr sz="1200">
                <a:solidFill>
                  <a:schemeClr val="bg1"/>
                </a:solidFill>
                <a:latin typeface="Nokia Pure Text Light" panose="020B0403020202020204" pitchFamily="34" charset="0"/>
                <a:ea typeface="Nokia Pure Text Light" panose="020B0403020202020204" pitchFamily="34" charset="0"/>
              </a:defRPr>
            </a:lvl3pPr>
            <a:lvl4pPr marL="693000" indent="0">
              <a:spcBef>
                <a:spcPts val="0"/>
              </a:spcBef>
              <a:spcAft>
                <a:spcPts val="600"/>
              </a:spcAft>
              <a:buNone/>
              <a:defRPr sz="1000">
                <a:solidFill>
                  <a:schemeClr val="bg1"/>
                </a:solidFill>
                <a:latin typeface="Nokia Pure Text Light" panose="020B0403020202020204" pitchFamily="34" charset="0"/>
                <a:ea typeface="Nokia Pure Text Light" panose="020B0403020202020204" pitchFamily="34" charset="0"/>
              </a:defRPr>
            </a:lvl4pPr>
            <a:lvl5pPr marL="923400" indent="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800">
                <a:solidFill>
                  <a:schemeClr val="bg1"/>
                </a:solidFill>
                <a:latin typeface="Nokia Pure Text Light" panose="020B0403020202020204" pitchFamily="34" charset="0"/>
                <a:ea typeface="Nokia Pure Text Light" panose="020B0403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A9673B1-D3FB-43B2-8D91-D053CDDCAFBD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GB"/>
              <a:t>&lt;Document ID: change ID in footer or remove&gt; &lt;Change information classification in footer&gt;</a:t>
            </a:r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29504A1-6308-446D-B073-C43CF250BB6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75813" y="4648933"/>
            <a:ext cx="1009152" cy="42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769057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.1_Blue End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8490102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.1_White End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2391674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.1_Gray Text Layou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2">
            <a:extLst>
              <a:ext uri="{FF2B5EF4-FFF2-40B4-BE49-F238E27FC236}">
                <a16:creationId xmlns:a16="http://schemas.microsoft.com/office/drawing/2014/main" id="{201F9EFC-1397-476F-AC8D-B29C394E445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17600" y="590400"/>
            <a:ext cx="8308800" cy="3096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>
                <a:solidFill>
                  <a:schemeClr val="bg1"/>
                </a:solidFill>
                <a:latin typeface="Nokia Pure Headline Light" panose="020B0304020202020204" pitchFamily="34" charset="0"/>
              </a:defRPr>
            </a:lvl1pPr>
            <a:lvl2pPr>
              <a:defRPr sz="2000">
                <a:latin typeface="+mj-lt"/>
              </a:defRPr>
            </a:lvl2pPr>
            <a:lvl3pPr>
              <a:defRPr sz="2000">
                <a:latin typeface="+mj-lt"/>
              </a:defRPr>
            </a:lvl3pPr>
            <a:lvl4pPr>
              <a:defRPr sz="2000">
                <a:latin typeface="+mj-lt"/>
              </a:defRPr>
            </a:lvl4pPr>
            <a:lvl5pPr>
              <a:defRPr sz="2000">
                <a:latin typeface="+mj-lt"/>
              </a:defRPr>
            </a:lvl5pPr>
          </a:lstStyle>
          <a:p>
            <a:pPr lvl="0"/>
            <a:r>
              <a:rPr lang="en-US" dirty="0"/>
              <a:t>Click to edit secondary headline</a:t>
            </a:r>
          </a:p>
        </p:txBody>
      </p:sp>
      <p:sp>
        <p:nvSpPr>
          <p:cNvPr id="12" name="Text Placeholder 42">
            <a:extLst>
              <a:ext uri="{FF2B5EF4-FFF2-40B4-BE49-F238E27FC236}">
                <a16:creationId xmlns:a16="http://schemas.microsoft.com/office/drawing/2014/main" id="{B5196263-821B-4B0A-B8F0-F314EF3ADF0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7600" y="280800"/>
            <a:ext cx="8308800" cy="3096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baseline="0">
                <a:solidFill>
                  <a:schemeClr val="bg1"/>
                </a:solidFill>
                <a:latin typeface="Nokia Pure Headline Light" panose="020B0304020202020204" pitchFamily="34" charset="0"/>
              </a:defRPr>
            </a:lvl1pPr>
          </a:lstStyle>
          <a:p>
            <a:pPr lvl="0"/>
            <a:r>
              <a:rPr lang="en-US" dirty="0"/>
              <a:t>Click to edit headline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1252EEB5-B067-4FF5-9D6E-45AD7724914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17600" y="1080000"/>
            <a:ext cx="8308800" cy="356040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600">
                <a:solidFill>
                  <a:schemeClr val="bg1"/>
                </a:solidFill>
                <a:latin typeface="Nokia Pure Text Light" panose="020B0403020202020204" pitchFamily="34" charset="0"/>
                <a:ea typeface="Nokia Pure Text Light" panose="020B0403020202020204" pitchFamily="34" charset="0"/>
              </a:defRPr>
            </a:lvl1pPr>
            <a:lvl2pPr marL="230400" indent="0"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1"/>
                </a:solidFill>
                <a:latin typeface="Nokia Pure Text Light" panose="020B0403020202020204" pitchFamily="34" charset="0"/>
                <a:ea typeface="Nokia Pure Text Light" panose="020B0403020202020204" pitchFamily="34" charset="0"/>
              </a:defRPr>
            </a:lvl2pPr>
            <a:lvl3pPr marL="462600" indent="0">
              <a:spcBef>
                <a:spcPts val="0"/>
              </a:spcBef>
              <a:spcAft>
                <a:spcPts val="600"/>
              </a:spcAft>
              <a:buNone/>
              <a:defRPr sz="1200">
                <a:solidFill>
                  <a:schemeClr val="bg1"/>
                </a:solidFill>
                <a:latin typeface="Nokia Pure Text Light" panose="020B0403020202020204" pitchFamily="34" charset="0"/>
                <a:ea typeface="Nokia Pure Text Light" panose="020B0403020202020204" pitchFamily="34" charset="0"/>
              </a:defRPr>
            </a:lvl3pPr>
            <a:lvl4pPr marL="693000" indent="0">
              <a:spcBef>
                <a:spcPts val="0"/>
              </a:spcBef>
              <a:spcAft>
                <a:spcPts val="600"/>
              </a:spcAft>
              <a:buNone/>
              <a:defRPr sz="1000">
                <a:solidFill>
                  <a:schemeClr val="bg1"/>
                </a:solidFill>
                <a:latin typeface="Nokia Pure Text Light" panose="020B0403020202020204" pitchFamily="34" charset="0"/>
                <a:ea typeface="Nokia Pure Text Light" panose="020B0403020202020204" pitchFamily="34" charset="0"/>
              </a:defRPr>
            </a:lvl4pPr>
            <a:lvl5pPr marL="923400" indent="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800">
                <a:solidFill>
                  <a:schemeClr val="bg1"/>
                </a:solidFill>
                <a:latin typeface="Nokia Pure Text Light" panose="020B0403020202020204" pitchFamily="34" charset="0"/>
                <a:ea typeface="Nokia Pure Text Light" panose="020B0403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22E6FA3-ED47-4E0C-B044-550E170D1A0B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GB"/>
              <a:t>&lt;Document ID: change ID in footer or remove&gt; &lt;Change information classification in footer&gt;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414962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.2_Gray Blank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24E133-AF05-4EA9-B8C1-517DA46C9D21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GB" dirty="0"/>
              <a:t>&lt;Document ID: change ID in footer or remove&gt; &lt;Change information classification in footer&gt;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548639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.3_Gray Divider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42">
            <a:extLst>
              <a:ext uri="{FF2B5EF4-FFF2-40B4-BE49-F238E27FC236}">
                <a16:creationId xmlns:a16="http://schemas.microsoft.com/office/drawing/2014/main" id="{B5196263-821B-4B0A-B8F0-F314EF3ADF0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7600" y="280799"/>
            <a:ext cx="8308800" cy="176050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4400" baseline="0">
                <a:solidFill>
                  <a:schemeClr val="bg1"/>
                </a:solidFill>
                <a:latin typeface="Nokia Pure Headline Ultra Light" panose="020B0204020202020204" pitchFamily="34" charset="0"/>
              </a:defRPr>
            </a:lvl1pPr>
          </a:lstStyle>
          <a:p>
            <a:pPr lvl="0"/>
            <a:r>
              <a:rPr lang="en-US" dirty="0"/>
              <a:t>Click to edit headline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24E133-AF05-4EA9-B8C1-517DA46C9D21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GB"/>
              <a:t>&lt;Document ID: change ID in footer or remove&gt; &lt;Change information classification in footer&gt;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24759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1_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D543A0E-70E6-46DB-8F7C-06A0214599E8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GB"/>
              <a:t>&lt;Document ID: change ID in footer or remove&gt; &lt;Change information classification in footer&gt;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365715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2_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A1D69DC-9F16-4CA4-A0E0-1872B8AD5DB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&lt;Document ID: change ID in footer or remove&gt; &lt;Change information classification in footer&gt;</a:t>
            </a:r>
            <a:endParaRPr lang="en-US"/>
          </a:p>
        </p:txBody>
      </p:sp>
      <p:sp>
        <p:nvSpPr>
          <p:cNvPr id="4" name="Text Placeholder 12">
            <a:extLst>
              <a:ext uri="{FF2B5EF4-FFF2-40B4-BE49-F238E27FC236}">
                <a16:creationId xmlns:a16="http://schemas.microsoft.com/office/drawing/2014/main" id="{99A4E175-66C0-4DDD-AA07-5D4B03CEA1D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7600" y="590400"/>
            <a:ext cx="8308800" cy="3096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>
                <a:solidFill>
                  <a:schemeClr val="bg2"/>
                </a:solidFill>
                <a:latin typeface="+mj-lt"/>
              </a:defRPr>
            </a:lvl1pPr>
            <a:lvl2pPr>
              <a:defRPr sz="2000">
                <a:latin typeface="+mj-lt"/>
              </a:defRPr>
            </a:lvl2pPr>
            <a:lvl3pPr>
              <a:defRPr sz="2000">
                <a:latin typeface="+mj-lt"/>
              </a:defRPr>
            </a:lvl3pPr>
            <a:lvl4pPr>
              <a:defRPr sz="2000">
                <a:latin typeface="+mj-lt"/>
              </a:defRPr>
            </a:lvl4pPr>
            <a:lvl5pPr>
              <a:defRPr sz="2000">
                <a:latin typeface="+mj-lt"/>
              </a:defRPr>
            </a:lvl5pPr>
          </a:lstStyle>
          <a:p>
            <a:pPr lvl="0"/>
            <a:r>
              <a:rPr lang="en-US" noProof="0"/>
              <a:t>Click to edit secondary headline</a:t>
            </a:r>
          </a:p>
        </p:txBody>
      </p:sp>
      <p:sp>
        <p:nvSpPr>
          <p:cNvPr id="5" name="Text Placeholder 42">
            <a:extLst>
              <a:ext uri="{FF2B5EF4-FFF2-40B4-BE49-F238E27FC236}">
                <a16:creationId xmlns:a16="http://schemas.microsoft.com/office/drawing/2014/main" id="{F4102E0A-65A1-4E0C-ABCA-2CEBB8D5BF5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17600" y="280800"/>
            <a:ext cx="8308800" cy="3096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headline</a:t>
            </a:r>
          </a:p>
        </p:txBody>
      </p:sp>
    </p:spTree>
    <p:extLst>
      <p:ext uri="{BB962C8B-B14F-4D97-AF65-F5344CB8AC3E}">
        <p14:creationId xmlns:p14="http://schemas.microsoft.com/office/powerpoint/2010/main" val="295688289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3_Single Tex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D5DDEE8-FF3C-4742-BB8C-B09BB2526AC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&lt;Document ID: change ID in footer or remove&gt; &lt;Change information classification in footer&gt;</a:t>
            </a:r>
            <a:endParaRPr lang="en-US"/>
          </a:p>
        </p:txBody>
      </p:sp>
      <p:sp>
        <p:nvSpPr>
          <p:cNvPr id="4" name="Text Placeholder 12">
            <a:extLst>
              <a:ext uri="{FF2B5EF4-FFF2-40B4-BE49-F238E27FC236}">
                <a16:creationId xmlns:a16="http://schemas.microsoft.com/office/drawing/2014/main" id="{B4B383DF-E841-4958-AC70-1FE077578D0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7600" y="590400"/>
            <a:ext cx="8308800" cy="3096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>
                <a:solidFill>
                  <a:schemeClr val="bg2"/>
                </a:solidFill>
                <a:latin typeface="+mj-lt"/>
              </a:defRPr>
            </a:lvl1pPr>
            <a:lvl2pPr>
              <a:defRPr sz="2000">
                <a:latin typeface="+mj-lt"/>
              </a:defRPr>
            </a:lvl2pPr>
            <a:lvl3pPr>
              <a:defRPr sz="2000">
                <a:latin typeface="+mj-lt"/>
              </a:defRPr>
            </a:lvl3pPr>
            <a:lvl4pPr>
              <a:defRPr sz="2000">
                <a:latin typeface="+mj-lt"/>
              </a:defRPr>
            </a:lvl4pPr>
            <a:lvl5pPr>
              <a:defRPr sz="2000">
                <a:latin typeface="+mj-lt"/>
              </a:defRPr>
            </a:lvl5pPr>
          </a:lstStyle>
          <a:p>
            <a:pPr lvl="0"/>
            <a:r>
              <a:rPr lang="en-US" noProof="0"/>
              <a:t>Click to edit secondary headline</a:t>
            </a:r>
          </a:p>
        </p:txBody>
      </p:sp>
      <p:sp>
        <p:nvSpPr>
          <p:cNvPr id="5" name="Text Placeholder 42">
            <a:extLst>
              <a:ext uri="{FF2B5EF4-FFF2-40B4-BE49-F238E27FC236}">
                <a16:creationId xmlns:a16="http://schemas.microsoft.com/office/drawing/2014/main" id="{6D425CB6-0BAB-4AB6-ADCE-D68F0C1DF88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17600" y="280800"/>
            <a:ext cx="8308800" cy="3096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headline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087D8427-6029-4956-BF93-C47F0DB8797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17600" y="1080000"/>
            <a:ext cx="8308800" cy="356040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600">
                <a:solidFill>
                  <a:schemeClr val="tx2"/>
                </a:solidFill>
                <a:latin typeface="+mn-lt"/>
              </a:defRPr>
            </a:lvl1pPr>
            <a:lvl2pPr marL="230400" indent="0"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tx2"/>
                </a:solidFill>
                <a:latin typeface="+mn-lt"/>
              </a:defRPr>
            </a:lvl2pPr>
            <a:lvl3pPr marL="462600" indent="0">
              <a:spcBef>
                <a:spcPts val="0"/>
              </a:spcBef>
              <a:spcAft>
                <a:spcPts val="600"/>
              </a:spcAft>
              <a:buNone/>
              <a:defRPr sz="1200">
                <a:solidFill>
                  <a:schemeClr val="tx2"/>
                </a:solidFill>
                <a:latin typeface="+mn-lt"/>
              </a:defRPr>
            </a:lvl3pPr>
            <a:lvl4pPr marL="693000" indent="0">
              <a:spcBef>
                <a:spcPts val="0"/>
              </a:spcBef>
              <a:spcAft>
                <a:spcPts val="600"/>
              </a:spcAft>
              <a:buNone/>
              <a:defRPr sz="1000">
                <a:solidFill>
                  <a:schemeClr val="tx2"/>
                </a:solidFill>
                <a:latin typeface="+mn-lt"/>
              </a:defRPr>
            </a:lvl4pPr>
            <a:lvl5pPr marL="923400" indent="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800">
                <a:solidFill>
                  <a:schemeClr val="tx2"/>
                </a:solidFill>
                <a:latin typeface="+mn-lt"/>
              </a:defRPr>
            </a:lvl5pPr>
            <a:lvl6pPr marL="1382400" indent="-228600">
              <a:spcBef>
                <a:spcPts val="0"/>
              </a:spcBef>
              <a:spcAft>
                <a:spcPts val="600"/>
              </a:spcAft>
              <a:buFont typeface="Nokia Pure Text" panose="020B0503020202020204" pitchFamily="34" charset="0"/>
              <a:buChar char="‒"/>
              <a:defRPr sz="800" baseline="0">
                <a:solidFill>
                  <a:schemeClr val="tx2"/>
                </a:solidFill>
              </a:defRPr>
            </a:lvl6pPr>
            <a:lvl7pPr marL="1612800">
              <a:spcBef>
                <a:spcPts val="0"/>
              </a:spcBef>
              <a:spcAft>
                <a:spcPts val="600"/>
              </a:spcAft>
              <a:defRPr sz="700">
                <a:solidFill>
                  <a:schemeClr val="tx2"/>
                </a:solidFill>
              </a:defRPr>
            </a:lvl7pPr>
            <a:lvl8pPr marL="1843200">
              <a:spcBef>
                <a:spcPts val="0"/>
              </a:spcBef>
              <a:spcAft>
                <a:spcPts val="600"/>
              </a:spcAft>
              <a:defRPr sz="600">
                <a:solidFill>
                  <a:schemeClr val="tx2"/>
                </a:solidFill>
              </a:defRPr>
            </a:lvl8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8694122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4_Single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2">
            <a:extLst>
              <a:ext uri="{FF2B5EF4-FFF2-40B4-BE49-F238E27FC236}">
                <a16:creationId xmlns:a16="http://schemas.microsoft.com/office/drawing/2014/main" id="{4F384717-39C3-4AC7-9EA1-C3EA1A638B6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17600" y="590400"/>
            <a:ext cx="8308800" cy="3096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>
                <a:solidFill>
                  <a:schemeClr val="bg2"/>
                </a:solidFill>
                <a:latin typeface="+mj-lt"/>
              </a:defRPr>
            </a:lvl1pPr>
            <a:lvl2pPr>
              <a:defRPr sz="2000">
                <a:latin typeface="+mj-lt"/>
              </a:defRPr>
            </a:lvl2pPr>
            <a:lvl3pPr>
              <a:defRPr sz="2000">
                <a:latin typeface="+mj-lt"/>
              </a:defRPr>
            </a:lvl3pPr>
            <a:lvl4pPr>
              <a:defRPr sz="2000">
                <a:latin typeface="+mj-lt"/>
              </a:defRPr>
            </a:lvl4pPr>
            <a:lvl5pPr>
              <a:defRPr sz="2000">
                <a:latin typeface="+mj-lt"/>
              </a:defRPr>
            </a:lvl5pPr>
          </a:lstStyle>
          <a:p>
            <a:pPr lvl="0"/>
            <a:r>
              <a:rPr lang="en-US" noProof="0"/>
              <a:t>Click to edit secondary headline</a:t>
            </a:r>
          </a:p>
        </p:txBody>
      </p:sp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6D6C4B20-F952-4A3C-AB73-2A06B8C3F69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7600" y="280800"/>
            <a:ext cx="8308800" cy="3096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headline</a:t>
            </a:r>
          </a:p>
        </p:txBody>
      </p:sp>
      <p:sp>
        <p:nvSpPr>
          <p:cNvPr id="6" name="Table Placeholder 2">
            <a:extLst>
              <a:ext uri="{FF2B5EF4-FFF2-40B4-BE49-F238E27FC236}">
                <a16:creationId xmlns:a16="http://schemas.microsoft.com/office/drawing/2014/main" id="{1CF4B30C-BC0A-4BED-8EEF-4DDEF7B9FABC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417600" y="1076400"/>
            <a:ext cx="8308800" cy="3564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/>
              <a:t>Click icon to add table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6746ED1-96F6-4AE8-9D3A-0266CB4B7380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GB"/>
              <a:t>&lt;Document ID: change ID in footer or remove&gt; &lt;Change information classification in footer&gt;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808975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5_Single 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2">
            <a:extLst>
              <a:ext uri="{FF2B5EF4-FFF2-40B4-BE49-F238E27FC236}">
                <a16:creationId xmlns:a16="http://schemas.microsoft.com/office/drawing/2014/main" id="{4F384717-39C3-4AC7-9EA1-C3EA1A638B6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17600" y="590400"/>
            <a:ext cx="8308800" cy="3096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>
                <a:solidFill>
                  <a:schemeClr val="bg2"/>
                </a:solidFill>
                <a:latin typeface="+mj-lt"/>
              </a:defRPr>
            </a:lvl1pPr>
            <a:lvl2pPr>
              <a:defRPr sz="2000">
                <a:latin typeface="+mj-lt"/>
              </a:defRPr>
            </a:lvl2pPr>
            <a:lvl3pPr>
              <a:defRPr sz="2000">
                <a:latin typeface="+mj-lt"/>
              </a:defRPr>
            </a:lvl3pPr>
            <a:lvl4pPr>
              <a:defRPr sz="2000">
                <a:latin typeface="+mj-lt"/>
              </a:defRPr>
            </a:lvl4pPr>
            <a:lvl5pPr>
              <a:defRPr sz="2000">
                <a:latin typeface="+mj-lt"/>
              </a:defRPr>
            </a:lvl5pPr>
          </a:lstStyle>
          <a:p>
            <a:pPr lvl="0"/>
            <a:r>
              <a:rPr lang="en-US" noProof="0"/>
              <a:t>Click to edit secondary headline</a:t>
            </a:r>
          </a:p>
        </p:txBody>
      </p:sp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6D6C4B20-F952-4A3C-AB73-2A06B8C3F69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7600" y="280800"/>
            <a:ext cx="8308800" cy="3096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headline</a:t>
            </a:r>
          </a:p>
        </p:txBody>
      </p:sp>
      <p:sp>
        <p:nvSpPr>
          <p:cNvPr id="7" name="SmartArt Placeholder 2">
            <a:extLst>
              <a:ext uri="{FF2B5EF4-FFF2-40B4-BE49-F238E27FC236}">
                <a16:creationId xmlns:a16="http://schemas.microsoft.com/office/drawing/2014/main" id="{9E969AE7-D418-4354-A166-2D9EC9AFFBD5}"/>
              </a:ext>
            </a:extLst>
          </p:cNvPr>
          <p:cNvSpPr>
            <a:spLocks noGrp="1"/>
          </p:cNvSpPr>
          <p:nvPr>
            <p:ph type="dgm" sz="quarter" idx="14"/>
          </p:nvPr>
        </p:nvSpPr>
        <p:spPr>
          <a:xfrm>
            <a:off x="417600" y="1076400"/>
            <a:ext cx="8308800" cy="3564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icon to add SmartArt graphic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B72D45-B478-45D6-BC5D-D958ACDFA9E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&lt;Document ID: change ID in footer or remove&gt; &lt;Change information classification in footer&gt;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949308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6_Two Column Tex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2">
            <a:extLst>
              <a:ext uri="{FF2B5EF4-FFF2-40B4-BE49-F238E27FC236}">
                <a16:creationId xmlns:a16="http://schemas.microsoft.com/office/drawing/2014/main" id="{4F384717-39C3-4AC7-9EA1-C3EA1A638B6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17600" y="590400"/>
            <a:ext cx="8308800" cy="3096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>
                <a:solidFill>
                  <a:schemeClr val="bg2"/>
                </a:solidFill>
                <a:latin typeface="+mj-lt"/>
              </a:defRPr>
            </a:lvl1pPr>
            <a:lvl2pPr>
              <a:defRPr sz="2000">
                <a:latin typeface="+mj-lt"/>
              </a:defRPr>
            </a:lvl2pPr>
            <a:lvl3pPr>
              <a:defRPr sz="2000">
                <a:latin typeface="+mj-lt"/>
              </a:defRPr>
            </a:lvl3pPr>
            <a:lvl4pPr>
              <a:defRPr sz="2000">
                <a:latin typeface="+mj-lt"/>
              </a:defRPr>
            </a:lvl4pPr>
            <a:lvl5pPr>
              <a:defRPr sz="2000">
                <a:latin typeface="+mj-lt"/>
              </a:defRPr>
            </a:lvl5pPr>
          </a:lstStyle>
          <a:p>
            <a:pPr lvl="0"/>
            <a:r>
              <a:rPr lang="en-US" noProof="0"/>
              <a:t>Click to edit secondary headline</a:t>
            </a:r>
          </a:p>
        </p:txBody>
      </p:sp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6D6C4B20-F952-4A3C-AB73-2A06B8C3F69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7600" y="280800"/>
            <a:ext cx="8308800" cy="3096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headline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D48EFACD-CEB2-4692-815C-86D19FBB4A4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17600" y="1080000"/>
            <a:ext cx="4010400" cy="356040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600">
                <a:solidFill>
                  <a:schemeClr val="tx2"/>
                </a:solidFill>
                <a:latin typeface="+mn-lt"/>
              </a:defRPr>
            </a:lvl1pPr>
            <a:lvl2pPr marL="230400" indent="0"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tx2"/>
                </a:solidFill>
                <a:latin typeface="+mn-lt"/>
              </a:defRPr>
            </a:lvl2pPr>
            <a:lvl3pPr marL="462600" indent="0">
              <a:spcBef>
                <a:spcPts val="0"/>
              </a:spcBef>
              <a:spcAft>
                <a:spcPts val="600"/>
              </a:spcAft>
              <a:buNone/>
              <a:defRPr sz="1200">
                <a:solidFill>
                  <a:schemeClr val="tx2"/>
                </a:solidFill>
                <a:latin typeface="+mn-lt"/>
              </a:defRPr>
            </a:lvl3pPr>
            <a:lvl4pPr marL="693000" indent="0">
              <a:spcBef>
                <a:spcPts val="0"/>
              </a:spcBef>
              <a:spcAft>
                <a:spcPts val="600"/>
              </a:spcAft>
              <a:buNone/>
              <a:defRPr sz="1000">
                <a:solidFill>
                  <a:schemeClr val="tx2"/>
                </a:solidFill>
                <a:latin typeface="+mn-lt"/>
              </a:defRPr>
            </a:lvl4pPr>
            <a:lvl5pPr marL="923400" indent="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800">
                <a:solidFill>
                  <a:schemeClr val="tx2"/>
                </a:solidFill>
                <a:latin typeface="+mn-lt"/>
              </a:defRPr>
            </a:lvl5pPr>
            <a:lvl6pPr marL="1382400" indent="-228600">
              <a:spcBef>
                <a:spcPts val="0"/>
              </a:spcBef>
              <a:spcAft>
                <a:spcPts val="600"/>
              </a:spcAft>
              <a:buFont typeface="Nokia Pure Text" panose="020B0503020202020204" pitchFamily="34" charset="0"/>
              <a:buChar char="‒"/>
              <a:defRPr sz="800" baseline="0">
                <a:solidFill>
                  <a:schemeClr val="tx2"/>
                </a:solidFill>
              </a:defRPr>
            </a:lvl6pPr>
            <a:lvl7pPr marL="1612800">
              <a:spcBef>
                <a:spcPts val="0"/>
              </a:spcBef>
              <a:spcAft>
                <a:spcPts val="600"/>
              </a:spcAft>
              <a:defRPr sz="700">
                <a:solidFill>
                  <a:schemeClr val="tx2"/>
                </a:solidFill>
              </a:defRPr>
            </a:lvl7pPr>
            <a:lvl8pPr marL="1843200">
              <a:spcBef>
                <a:spcPts val="0"/>
              </a:spcBef>
              <a:spcAft>
                <a:spcPts val="600"/>
              </a:spcAft>
              <a:defRPr sz="600">
                <a:solidFill>
                  <a:schemeClr val="tx2"/>
                </a:solidFill>
              </a:defRPr>
            </a:lvl8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3CBCB907-9E7B-4CB2-B9DE-4FC3076D2A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716000" y="1080000"/>
            <a:ext cx="4010400" cy="356040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600">
                <a:solidFill>
                  <a:schemeClr val="tx2"/>
                </a:solidFill>
                <a:latin typeface="+mn-lt"/>
              </a:defRPr>
            </a:lvl1pPr>
            <a:lvl2pPr marL="230400" indent="0"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tx2"/>
                </a:solidFill>
                <a:latin typeface="+mn-lt"/>
              </a:defRPr>
            </a:lvl2pPr>
            <a:lvl3pPr marL="462600" indent="0">
              <a:spcBef>
                <a:spcPts val="0"/>
              </a:spcBef>
              <a:spcAft>
                <a:spcPts val="600"/>
              </a:spcAft>
              <a:buNone/>
              <a:defRPr sz="1200">
                <a:solidFill>
                  <a:schemeClr val="tx2"/>
                </a:solidFill>
                <a:latin typeface="+mn-lt"/>
              </a:defRPr>
            </a:lvl3pPr>
            <a:lvl4pPr marL="693000" indent="0">
              <a:spcBef>
                <a:spcPts val="0"/>
              </a:spcBef>
              <a:spcAft>
                <a:spcPts val="600"/>
              </a:spcAft>
              <a:buNone/>
              <a:defRPr sz="1000">
                <a:solidFill>
                  <a:schemeClr val="tx2"/>
                </a:solidFill>
                <a:latin typeface="+mn-lt"/>
              </a:defRPr>
            </a:lvl4pPr>
            <a:lvl5pPr marL="923400" indent="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800">
                <a:solidFill>
                  <a:schemeClr val="tx2"/>
                </a:solidFill>
                <a:latin typeface="+mn-lt"/>
              </a:defRPr>
            </a:lvl5pPr>
            <a:lvl6pPr marL="1382400" indent="-228600">
              <a:spcBef>
                <a:spcPts val="0"/>
              </a:spcBef>
              <a:spcAft>
                <a:spcPts val="600"/>
              </a:spcAft>
              <a:buFont typeface="Nokia Pure Text" panose="020B0503020202020204" pitchFamily="34" charset="0"/>
              <a:buChar char="‒"/>
              <a:defRPr sz="800" baseline="0">
                <a:solidFill>
                  <a:schemeClr val="tx2"/>
                </a:solidFill>
              </a:defRPr>
            </a:lvl6pPr>
            <a:lvl7pPr marL="1612800">
              <a:spcBef>
                <a:spcPts val="0"/>
              </a:spcBef>
              <a:spcAft>
                <a:spcPts val="600"/>
              </a:spcAft>
              <a:defRPr sz="700">
                <a:solidFill>
                  <a:schemeClr val="tx2"/>
                </a:solidFill>
              </a:defRPr>
            </a:lvl7pPr>
            <a:lvl8pPr marL="1843200">
              <a:spcBef>
                <a:spcPts val="0"/>
              </a:spcBef>
              <a:spcAft>
                <a:spcPts val="600"/>
              </a:spcAft>
              <a:defRPr sz="600">
                <a:solidFill>
                  <a:schemeClr val="tx2"/>
                </a:solidFill>
              </a:defRPr>
            </a:lvl8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14DFDF-6038-42CF-9F88-F60BDA6A7F2B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GB"/>
              <a:t>&lt;Document ID: change ID in footer or remove&gt; &lt;Change information classification in footer&gt;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295214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7_Two Column Mix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2">
            <a:extLst>
              <a:ext uri="{FF2B5EF4-FFF2-40B4-BE49-F238E27FC236}">
                <a16:creationId xmlns:a16="http://schemas.microsoft.com/office/drawing/2014/main" id="{4F384717-39C3-4AC7-9EA1-C3EA1A638B6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17600" y="590400"/>
            <a:ext cx="8308800" cy="3096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>
                <a:solidFill>
                  <a:schemeClr val="bg2"/>
                </a:solidFill>
                <a:latin typeface="+mj-lt"/>
              </a:defRPr>
            </a:lvl1pPr>
            <a:lvl2pPr>
              <a:defRPr sz="2000">
                <a:latin typeface="+mj-lt"/>
              </a:defRPr>
            </a:lvl2pPr>
            <a:lvl3pPr>
              <a:defRPr sz="2000">
                <a:latin typeface="+mj-lt"/>
              </a:defRPr>
            </a:lvl3pPr>
            <a:lvl4pPr>
              <a:defRPr sz="2000">
                <a:latin typeface="+mj-lt"/>
              </a:defRPr>
            </a:lvl4pPr>
            <a:lvl5pPr>
              <a:defRPr sz="2000">
                <a:latin typeface="+mj-lt"/>
              </a:defRPr>
            </a:lvl5pPr>
          </a:lstStyle>
          <a:p>
            <a:pPr lvl="0"/>
            <a:r>
              <a:rPr lang="en-US" noProof="0"/>
              <a:t>Click to edit secondary headline</a:t>
            </a:r>
          </a:p>
        </p:txBody>
      </p:sp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6D6C4B20-F952-4A3C-AB73-2A06B8C3F69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7600" y="280800"/>
            <a:ext cx="8308800" cy="3096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headline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8C469832-DACB-40B0-988E-5D708FA937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716000" y="1080000"/>
            <a:ext cx="4010400" cy="356040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600">
                <a:solidFill>
                  <a:schemeClr val="tx2"/>
                </a:solidFill>
                <a:latin typeface="+mn-lt"/>
              </a:defRPr>
            </a:lvl1pPr>
            <a:lvl2pPr marL="230400" indent="0"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tx2"/>
                </a:solidFill>
                <a:latin typeface="+mn-lt"/>
              </a:defRPr>
            </a:lvl2pPr>
            <a:lvl3pPr marL="462600" indent="0">
              <a:spcBef>
                <a:spcPts val="0"/>
              </a:spcBef>
              <a:spcAft>
                <a:spcPts val="600"/>
              </a:spcAft>
              <a:buNone/>
              <a:defRPr sz="1200">
                <a:solidFill>
                  <a:schemeClr val="tx2"/>
                </a:solidFill>
                <a:latin typeface="+mn-lt"/>
              </a:defRPr>
            </a:lvl3pPr>
            <a:lvl4pPr marL="693000" indent="0">
              <a:spcBef>
                <a:spcPts val="0"/>
              </a:spcBef>
              <a:spcAft>
                <a:spcPts val="600"/>
              </a:spcAft>
              <a:buNone/>
              <a:defRPr sz="1000">
                <a:solidFill>
                  <a:schemeClr val="tx2"/>
                </a:solidFill>
                <a:latin typeface="+mn-lt"/>
              </a:defRPr>
            </a:lvl4pPr>
            <a:lvl5pPr marL="923400" indent="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800">
                <a:solidFill>
                  <a:schemeClr val="tx2"/>
                </a:solidFill>
                <a:latin typeface="+mn-lt"/>
              </a:defRPr>
            </a:lvl5pPr>
            <a:lvl6pPr marL="1382400" indent="-228600">
              <a:spcBef>
                <a:spcPts val="0"/>
              </a:spcBef>
              <a:spcAft>
                <a:spcPts val="600"/>
              </a:spcAft>
              <a:buFont typeface="Nokia Pure Text" panose="020B0503020202020204" pitchFamily="34" charset="0"/>
              <a:buChar char="‒"/>
              <a:defRPr sz="800" baseline="0">
                <a:solidFill>
                  <a:schemeClr val="tx2"/>
                </a:solidFill>
              </a:defRPr>
            </a:lvl6pPr>
            <a:lvl7pPr marL="1612800">
              <a:spcBef>
                <a:spcPts val="0"/>
              </a:spcBef>
              <a:spcAft>
                <a:spcPts val="600"/>
              </a:spcAft>
              <a:defRPr sz="700">
                <a:solidFill>
                  <a:schemeClr val="tx2"/>
                </a:solidFill>
              </a:defRPr>
            </a:lvl7pPr>
            <a:lvl8pPr marL="1843200">
              <a:spcBef>
                <a:spcPts val="0"/>
              </a:spcBef>
              <a:spcAft>
                <a:spcPts val="600"/>
              </a:spcAft>
              <a:defRPr sz="600">
                <a:solidFill>
                  <a:schemeClr val="tx2"/>
                </a:solidFill>
              </a:defRPr>
            </a:lvl8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" name="Table Placeholder 4">
            <a:extLst>
              <a:ext uri="{FF2B5EF4-FFF2-40B4-BE49-F238E27FC236}">
                <a16:creationId xmlns:a16="http://schemas.microsoft.com/office/drawing/2014/main" id="{B3F0CABE-2F16-456A-A120-390FEDFE43A9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417600" y="1080000"/>
            <a:ext cx="4010400" cy="35604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 noProof="0"/>
              <a:t>Click icon to add table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28BA92-8F61-4F9A-B36F-9769D72C71A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&lt;Document ID: change ID in footer or remove&gt; &lt;Change information classification in footer&gt;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390701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8_Three Column Tex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2">
            <a:extLst>
              <a:ext uri="{FF2B5EF4-FFF2-40B4-BE49-F238E27FC236}">
                <a16:creationId xmlns:a16="http://schemas.microsoft.com/office/drawing/2014/main" id="{4F384717-39C3-4AC7-9EA1-C3EA1A638B6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17600" y="590400"/>
            <a:ext cx="8308800" cy="3096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>
                <a:solidFill>
                  <a:schemeClr val="bg2"/>
                </a:solidFill>
                <a:latin typeface="+mj-lt"/>
              </a:defRPr>
            </a:lvl1pPr>
            <a:lvl2pPr>
              <a:defRPr sz="2000">
                <a:latin typeface="+mj-lt"/>
              </a:defRPr>
            </a:lvl2pPr>
            <a:lvl3pPr>
              <a:defRPr sz="2000">
                <a:latin typeface="+mj-lt"/>
              </a:defRPr>
            </a:lvl3pPr>
            <a:lvl4pPr>
              <a:defRPr sz="2000">
                <a:latin typeface="+mj-lt"/>
              </a:defRPr>
            </a:lvl4pPr>
            <a:lvl5pPr>
              <a:defRPr sz="2000">
                <a:latin typeface="+mj-lt"/>
              </a:defRPr>
            </a:lvl5pPr>
          </a:lstStyle>
          <a:p>
            <a:pPr lvl="0"/>
            <a:r>
              <a:rPr lang="en-US" noProof="0"/>
              <a:t>Click to edit secondary headline</a:t>
            </a:r>
          </a:p>
        </p:txBody>
      </p:sp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6D6C4B20-F952-4A3C-AB73-2A06B8C3F69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7600" y="280800"/>
            <a:ext cx="8308800" cy="3096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headline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2B478DF6-0668-488C-9E0C-4567E0DE8FC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17600" y="1080000"/>
            <a:ext cx="2592000" cy="356040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600">
                <a:solidFill>
                  <a:schemeClr val="tx2"/>
                </a:solidFill>
                <a:latin typeface="+mn-lt"/>
              </a:defRPr>
            </a:lvl1pPr>
            <a:lvl2pPr marL="230400" indent="0"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tx2"/>
                </a:solidFill>
                <a:latin typeface="+mn-lt"/>
              </a:defRPr>
            </a:lvl2pPr>
            <a:lvl3pPr marL="462600" indent="0">
              <a:spcBef>
                <a:spcPts val="0"/>
              </a:spcBef>
              <a:spcAft>
                <a:spcPts val="600"/>
              </a:spcAft>
              <a:buNone/>
              <a:defRPr sz="1200">
                <a:solidFill>
                  <a:schemeClr val="tx2"/>
                </a:solidFill>
                <a:latin typeface="+mn-lt"/>
              </a:defRPr>
            </a:lvl3pPr>
            <a:lvl4pPr marL="693000" indent="0">
              <a:spcBef>
                <a:spcPts val="0"/>
              </a:spcBef>
              <a:spcAft>
                <a:spcPts val="600"/>
              </a:spcAft>
              <a:buNone/>
              <a:defRPr sz="1000">
                <a:solidFill>
                  <a:schemeClr val="tx2"/>
                </a:solidFill>
                <a:latin typeface="+mn-lt"/>
              </a:defRPr>
            </a:lvl4pPr>
            <a:lvl5pPr marL="923400" indent="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800">
                <a:solidFill>
                  <a:schemeClr val="tx2"/>
                </a:solidFill>
                <a:latin typeface="+mn-lt"/>
              </a:defRPr>
            </a:lvl5pPr>
            <a:lvl6pPr marL="1382400" indent="-228600">
              <a:spcBef>
                <a:spcPts val="0"/>
              </a:spcBef>
              <a:spcAft>
                <a:spcPts val="600"/>
              </a:spcAft>
              <a:buFont typeface="Nokia Pure Text" panose="020B0503020202020204" pitchFamily="34" charset="0"/>
              <a:buChar char="‒"/>
              <a:defRPr sz="800" baseline="0">
                <a:solidFill>
                  <a:schemeClr val="tx2"/>
                </a:solidFill>
              </a:defRPr>
            </a:lvl6pPr>
            <a:lvl7pPr marL="1612800">
              <a:spcBef>
                <a:spcPts val="0"/>
              </a:spcBef>
              <a:spcAft>
                <a:spcPts val="600"/>
              </a:spcAft>
              <a:defRPr sz="700">
                <a:solidFill>
                  <a:schemeClr val="tx2"/>
                </a:solidFill>
              </a:defRPr>
            </a:lvl7pPr>
            <a:lvl8pPr marL="1843200">
              <a:spcBef>
                <a:spcPts val="0"/>
              </a:spcBef>
              <a:spcAft>
                <a:spcPts val="600"/>
              </a:spcAft>
              <a:defRPr sz="600">
                <a:solidFill>
                  <a:schemeClr val="tx2"/>
                </a:solidFill>
              </a:defRPr>
            </a:lvl8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2EC091DE-89A6-4271-8BB9-BAB40C67B3E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75856" y="1080000"/>
            <a:ext cx="2592000" cy="356040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600">
                <a:solidFill>
                  <a:schemeClr val="tx2"/>
                </a:solidFill>
                <a:latin typeface="+mn-lt"/>
              </a:defRPr>
            </a:lvl1pPr>
            <a:lvl2pPr marL="230400" indent="0"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tx2"/>
                </a:solidFill>
                <a:latin typeface="+mn-lt"/>
              </a:defRPr>
            </a:lvl2pPr>
            <a:lvl3pPr marL="462600" indent="0">
              <a:spcBef>
                <a:spcPts val="0"/>
              </a:spcBef>
              <a:spcAft>
                <a:spcPts val="600"/>
              </a:spcAft>
              <a:buNone/>
              <a:defRPr sz="1200">
                <a:solidFill>
                  <a:schemeClr val="tx2"/>
                </a:solidFill>
                <a:latin typeface="+mn-lt"/>
              </a:defRPr>
            </a:lvl3pPr>
            <a:lvl4pPr marL="693000" indent="0">
              <a:spcBef>
                <a:spcPts val="0"/>
              </a:spcBef>
              <a:spcAft>
                <a:spcPts val="600"/>
              </a:spcAft>
              <a:buNone/>
              <a:defRPr sz="1000">
                <a:solidFill>
                  <a:schemeClr val="tx2"/>
                </a:solidFill>
                <a:latin typeface="+mn-lt"/>
              </a:defRPr>
            </a:lvl4pPr>
            <a:lvl5pPr marL="923400" indent="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800">
                <a:solidFill>
                  <a:schemeClr val="tx2"/>
                </a:solidFill>
                <a:latin typeface="+mn-lt"/>
              </a:defRPr>
            </a:lvl5pPr>
            <a:lvl6pPr marL="1382400" indent="-228600">
              <a:spcBef>
                <a:spcPts val="0"/>
              </a:spcBef>
              <a:spcAft>
                <a:spcPts val="600"/>
              </a:spcAft>
              <a:buFont typeface="Nokia Pure Text" panose="020B0503020202020204" pitchFamily="34" charset="0"/>
              <a:buChar char="‒"/>
              <a:defRPr sz="800" baseline="0">
                <a:solidFill>
                  <a:schemeClr val="tx2"/>
                </a:solidFill>
              </a:defRPr>
            </a:lvl6pPr>
            <a:lvl7pPr marL="1612800">
              <a:spcBef>
                <a:spcPts val="0"/>
              </a:spcBef>
              <a:spcAft>
                <a:spcPts val="600"/>
              </a:spcAft>
              <a:defRPr sz="700">
                <a:solidFill>
                  <a:schemeClr val="tx2"/>
                </a:solidFill>
              </a:defRPr>
            </a:lvl7pPr>
            <a:lvl8pPr marL="1843200">
              <a:spcBef>
                <a:spcPts val="0"/>
              </a:spcBef>
              <a:spcAft>
                <a:spcPts val="600"/>
              </a:spcAft>
              <a:defRPr sz="600">
                <a:solidFill>
                  <a:schemeClr val="tx2"/>
                </a:solidFill>
              </a:defRPr>
            </a:lvl8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4D1772D9-E08D-420E-AB34-CCAC26D77FE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34400" y="1080000"/>
            <a:ext cx="2592000" cy="356040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600">
                <a:solidFill>
                  <a:schemeClr val="tx2"/>
                </a:solidFill>
                <a:latin typeface="+mn-lt"/>
              </a:defRPr>
            </a:lvl1pPr>
            <a:lvl2pPr marL="230400" indent="0"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tx2"/>
                </a:solidFill>
                <a:latin typeface="+mn-lt"/>
              </a:defRPr>
            </a:lvl2pPr>
            <a:lvl3pPr marL="462600" indent="0">
              <a:spcBef>
                <a:spcPts val="0"/>
              </a:spcBef>
              <a:spcAft>
                <a:spcPts val="600"/>
              </a:spcAft>
              <a:buNone/>
              <a:defRPr sz="1200">
                <a:solidFill>
                  <a:schemeClr val="tx2"/>
                </a:solidFill>
                <a:latin typeface="+mn-lt"/>
              </a:defRPr>
            </a:lvl3pPr>
            <a:lvl4pPr marL="693000" indent="0">
              <a:spcBef>
                <a:spcPts val="0"/>
              </a:spcBef>
              <a:spcAft>
                <a:spcPts val="600"/>
              </a:spcAft>
              <a:buNone/>
              <a:defRPr sz="1000">
                <a:solidFill>
                  <a:schemeClr val="tx2"/>
                </a:solidFill>
                <a:latin typeface="+mn-lt"/>
              </a:defRPr>
            </a:lvl4pPr>
            <a:lvl5pPr marL="923400" indent="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800">
                <a:solidFill>
                  <a:schemeClr val="tx2"/>
                </a:solidFill>
                <a:latin typeface="+mn-lt"/>
              </a:defRPr>
            </a:lvl5pPr>
            <a:lvl6pPr marL="1382400" indent="-228600">
              <a:spcBef>
                <a:spcPts val="0"/>
              </a:spcBef>
              <a:spcAft>
                <a:spcPts val="600"/>
              </a:spcAft>
              <a:buFont typeface="Nokia Pure Text" panose="020B0503020202020204" pitchFamily="34" charset="0"/>
              <a:buChar char="‒"/>
              <a:defRPr sz="800" baseline="0">
                <a:solidFill>
                  <a:schemeClr val="tx2"/>
                </a:solidFill>
              </a:defRPr>
            </a:lvl6pPr>
            <a:lvl7pPr marL="1612800">
              <a:spcBef>
                <a:spcPts val="0"/>
              </a:spcBef>
              <a:spcAft>
                <a:spcPts val="600"/>
              </a:spcAft>
              <a:defRPr sz="700">
                <a:solidFill>
                  <a:schemeClr val="tx2"/>
                </a:solidFill>
              </a:defRPr>
            </a:lvl7pPr>
            <a:lvl8pPr marL="1843200">
              <a:spcBef>
                <a:spcPts val="0"/>
              </a:spcBef>
              <a:spcAft>
                <a:spcPts val="600"/>
              </a:spcAft>
              <a:defRPr sz="600">
                <a:solidFill>
                  <a:schemeClr val="tx2"/>
                </a:solidFill>
              </a:defRPr>
            </a:lvl8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D23F99-89E3-4290-B5FE-D72F99F36EA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&lt;Document ID: change ID in footer or remove&gt; &lt;Change information classification in footer&gt;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565263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9_Three Column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2">
            <a:extLst>
              <a:ext uri="{FF2B5EF4-FFF2-40B4-BE49-F238E27FC236}">
                <a16:creationId xmlns:a16="http://schemas.microsoft.com/office/drawing/2014/main" id="{4F384717-39C3-4AC7-9EA1-C3EA1A638B6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17600" y="590400"/>
            <a:ext cx="8308800" cy="3096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>
                <a:solidFill>
                  <a:schemeClr val="bg2"/>
                </a:solidFill>
                <a:latin typeface="+mj-lt"/>
              </a:defRPr>
            </a:lvl1pPr>
            <a:lvl2pPr>
              <a:defRPr sz="2000">
                <a:latin typeface="+mj-lt"/>
              </a:defRPr>
            </a:lvl2pPr>
            <a:lvl3pPr>
              <a:defRPr sz="2000">
                <a:latin typeface="+mj-lt"/>
              </a:defRPr>
            </a:lvl3pPr>
            <a:lvl4pPr>
              <a:defRPr sz="2000">
                <a:latin typeface="+mj-lt"/>
              </a:defRPr>
            </a:lvl4pPr>
            <a:lvl5pPr>
              <a:defRPr sz="2000">
                <a:latin typeface="+mj-lt"/>
              </a:defRPr>
            </a:lvl5pPr>
          </a:lstStyle>
          <a:p>
            <a:pPr lvl="0"/>
            <a:r>
              <a:rPr lang="en-US" noProof="0"/>
              <a:t>Click to edit secondary headline</a:t>
            </a:r>
          </a:p>
        </p:txBody>
      </p:sp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6D6C4B20-F952-4A3C-AB73-2A06B8C3F69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7600" y="280800"/>
            <a:ext cx="8308800" cy="3096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headline</a:t>
            </a:r>
          </a:p>
        </p:txBody>
      </p:sp>
      <p:sp>
        <p:nvSpPr>
          <p:cNvPr id="9" name="Table Placeholder 2">
            <a:extLst>
              <a:ext uri="{FF2B5EF4-FFF2-40B4-BE49-F238E27FC236}">
                <a16:creationId xmlns:a16="http://schemas.microsoft.com/office/drawing/2014/main" id="{D0874136-2C1C-4222-98DA-D238FBD9743F}"/>
              </a:ext>
            </a:extLst>
          </p:cNvPr>
          <p:cNvSpPr>
            <a:spLocks noGrp="1"/>
          </p:cNvSpPr>
          <p:nvPr>
            <p:ph type="tbl" sz="quarter" idx="15"/>
          </p:nvPr>
        </p:nvSpPr>
        <p:spPr>
          <a:xfrm>
            <a:off x="417312" y="1080000"/>
            <a:ext cx="2592000" cy="35604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icon to add table</a:t>
            </a:r>
          </a:p>
        </p:txBody>
      </p:sp>
      <p:sp>
        <p:nvSpPr>
          <p:cNvPr id="12" name="Table Placeholder 2">
            <a:extLst>
              <a:ext uri="{FF2B5EF4-FFF2-40B4-BE49-F238E27FC236}">
                <a16:creationId xmlns:a16="http://schemas.microsoft.com/office/drawing/2014/main" id="{B9EA6A3E-9087-42C1-89A6-8204E100E361}"/>
              </a:ext>
            </a:extLst>
          </p:cNvPr>
          <p:cNvSpPr>
            <a:spLocks noGrp="1"/>
          </p:cNvSpPr>
          <p:nvPr>
            <p:ph type="tbl" sz="quarter" idx="16"/>
          </p:nvPr>
        </p:nvSpPr>
        <p:spPr>
          <a:xfrm>
            <a:off x="6132423" y="1080000"/>
            <a:ext cx="2592000" cy="35604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icon to add table</a:t>
            </a:r>
          </a:p>
        </p:txBody>
      </p:sp>
      <p:sp>
        <p:nvSpPr>
          <p:cNvPr id="13" name="Table Placeholder 2">
            <a:extLst>
              <a:ext uri="{FF2B5EF4-FFF2-40B4-BE49-F238E27FC236}">
                <a16:creationId xmlns:a16="http://schemas.microsoft.com/office/drawing/2014/main" id="{98BD97D8-C9D8-4E9B-90F2-C010D6EE811E}"/>
              </a:ext>
            </a:extLst>
          </p:cNvPr>
          <p:cNvSpPr>
            <a:spLocks noGrp="1"/>
          </p:cNvSpPr>
          <p:nvPr>
            <p:ph type="tbl" sz="quarter" idx="17"/>
          </p:nvPr>
        </p:nvSpPr>
        <p:spPr>
          <a:xfrm>
            <a:off x="3273879" y="1080000"/>
            <a:ext cx="2592000" cy="35604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icon to add table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C81E09-B357-4439-BD31-02945978E3D5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GB"/>
              <a:t>&lt;Document ID: change ID in footer or remove&gt; &lt;Change information classification in footer&gt;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614210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10_Four Column Tex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2">
            <a:extLst>
              <a:ext uri="{FF2B5EF4-FFF2-40B4-BE49-F238E27FC236}">
                <a16:creationId xmlns:a16="http://schemas.microsoft.com/office/drawing/2014/main" id="{4F384717-39C3-4AC7-9EA1-C3EA1A638B6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17600" y="590400"/>
            <a:ext cx="8308800" cy="3096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>
                <a:solidFill>
                  <a:schemeClr val="bg2"/>
                </a:solidFill>
                <a:latin typeface="+mj-lt"/>
              </a:defRPr>
            </a:lvl1pPr>
            <a:lvl2pPr>
              <a:defRPr sz="2000">
                <a:latin typeface="+mj-lt"/>
              </a:defRPr>
            </a:lvl2pPr>
            <a:lvl3pPr>
              <a:defRPr sz="2000">
                <a:latin typeface="+mj-lt"/>
              </a:defRPr>
            </a:lvl3pPr>
            <a:lvl4pPr>
              <a:defRPr sz="2000">
                <a:latin typeface="+mj-lt"/>
              </a:defRPr>
            </a:lvl4pPr>
            <a:lvl5pPr>
              <a:defRPr sz="2000">
                <a:latin typeface="+mj-lt"/>
              </a:defRPr>
            </a:lvl5pPr>
          </a:lstStyle>
          <a:p>
            <a:pPr lvl="0"/>
            <a:r>
              <a:rPr lang="en-US" noProof="0"/>
              <a:t>Click to edit secondary headline</a:t>
            </a:r>
          </a:p>
        </p:txBody>
      </p:sp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6D6C4B20-F952-4A3C-AB73-2A06B8C3F69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7600" y="280800"/>
            <a:ext cx="8308800" cy="3096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headline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09C1B709-09CD-404B-B852-419096D0681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17600" y="1080000"/>
            <a:ext cx="1893600" cy="356040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600">
                <a:solidFill>
                  <a:schemeClr val="tx2"/>
                </a:solidFill>
                <a:latin typeface="+mn-lt"/>
              </a:defRPr>
            </a:lvl1pPr>
            <a:lvl2pPr marL="230400" indent="0"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tx2"/>
                </a:solidFill>
                <a:latin typeface="+mn-lt"/>
              </a:defRPr>
            </a:lvl2pPr>
            <a:lvl3pPr marL="462600" indent="0">
              <a:spcBef>
                <a:spcPts val="0"/>
              </a:spcBef>
              <a:spcAft>
                <a:spcPts val="600"/>
              </a:spcAft>
              <a:buNone/>
              <a:defRPr sz="1200">
                <a:solidFill>
                  <a:schemeClr val="tx2"/>
                </a:solidFill>
                <a:latin typeface="+mn-lt"/>
              </a:defRPr>
            </a:lvl3pPr>
            <a:lvl4pPr marL="693000" indent="0">
              <a:spcBef>
                <a:spcPts val="0"/>
              </a:spcBef>
              <a:spcAft>
                <a:spcPts val="600"/>
              </a:spcAft>
              <a:buNone/>
              <a:defRPr sz="1000">
                <a:solidFill>
                  <a:schemeClr val="tx2"/>
                </a:solidFill>
                <a:latin typeface="+mn-lt"/>
              </a:defRPr>
            </a:lvl4pPr>
            <a:lvl5pPr marL="923400" indent="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800">
                <a:solidFill>
                  <a:schemeClr val="tx2"/>
                </a:solidFill>
                <a:latin typeface="+mn-lt"/>
              </a:defRPr>
            </a:lvl5pPr>
            <a:lvl6pPr marL="1382400" indent="-228600">
              <a:spcBef>
                <a:spcPts val="0"/>
              </a:spcBef>
              <a:spcAft>
                <a:spcPts val="600"/>
              </a:spcAft>
              <a:buFont typeface="Nokia Pure Text" panose="020B0503020202020204" pitchFamily="34" charset="0"/>
              <a:buChar char="‒"/>
              <a:defRPr sz="800" baseline="0">
                <a:solidFill>
                  <a:schemeClr val="tx2"/>
                </a:solidFill>
              </a:defRPr>
            </a:lvl6pPr>
            <a:lvl7pPr marL="1612800">
              <a:spcBef>
                <a:spcPts val="0"/>
              </a:spcBef>
              <a:spcAft>
                <a:spcPts val="600"/>
              </a:spcAft>
              <a:defRPr sz="700">
                <a:solidFill>
                  <a:schemeClr val="tx2"/>
                </a:solidFill>
              </a:defRPr>
            </a:lvl7pPr>
            <a:lvl8pPr marL="1843200">
              <a:spcBef>
                <a:spcPts val="0"/>
              </a:spcBef>
              <a:spcAft>
                <a:spcPts val="600"/>
              </a:spcAft>
              <a:defRPr sz="600">
                <a:solidFill>
                  <a:schemeClr val="tx2"/>
                </a:solidFill>
              </a:defRPr>
            </a:lvl8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2D9B7F28-94B8-42B4-A97D-4EBCB20F679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6000" y="1080000"/>
            <a:ext cx="1893600" cy="356040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600">
                <a:solidFill>
                  <a:schemeClr val="tx2"/>
                </a:solidFill>
                <a:latin typeface="+mn-lt"/>
              </a:defRPr>
            </a:lvl1pPr>
            <a:lvl2pPr marL="230400" indent="0"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tx2"/>
                </a:solidFill>
                <a:latin typeface="+mn-lt"/>
              </a:defRPr>
            </a:lvl2pPr>
            <a:lvl3pPr marL="462600" indent="0">
              <a:spcBef>
                <a:spcPts val="0"/>
              </a:spcBef>
              <a:spcAft>
                <a:spcPts val="600"/>
              </a:spcAft>
              <a:buNone/>
              <a:defRPr sz="1200">
                <a:solidFill>
                  <a:schemeClr val="tx2"/>
                </a:solidFill>
                <a:latin typeface="+mn-lt"/>
              </a:defRPr>
            </a:lvl3pPr>
            <a:lvl4pPr marL="693000" indent="0">
              <a:spcBef>
                <a:spcPts val="0"/>
              </a:spcBef>
              <a:spcAft>
                <a:spcPts val="600"/>
              </a:spcAft>
              <a:buNone/>
              <a:defRPr sz="1000">
                <a:solidFill>
                  <a:schemeClr val="tx2"/>
                </a:solidFill>
                <a:latin typeface="+mn-lt"/>
              </a:defRPr>
            </a:lvl4pPr>
            <a:lvl5pPr marL="923400" indent="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800">
                <a:solidFill>
                  <a:schemeClr val="tx2"/>
                </a:solidFill>
                <a:latin typeface="+mn-lt"/>
              </a:defRPr>
            </a:lvl5pPr>
            <a:lvl6pPr marL="1382400" indent="-228600">
              <a:spcBef>
                <a:spcPts val="0"/>
              </a:spcBef>
              <a:spcAft>
                <a:spcPts val="600"/>
              </a:spcAft>
              <a:buFont typeface="Nokia Pure Text" panose="020B0503020202020204" pitchFamily="34" charset="0"/>
              <a:buChar char="‒"/>
              <a:defRPr sz="800" baseline="0">
                <a:solidFill>
                  <a:schemeClr val="tx2"/>
                </a:solidFill>
              </a:defRPr>
            </a:lvl6pPr>
            <a:lvl7pPr marL="1612800">
              <a:spcBef>
                <a:spcPts val="0"/>
              </a:spcBef>
              <a:spcAft>
                <a:spcPts val="600"/>
              </a:spcAft>
              <a:defRPr sz="700">
                <a:solidFill>
                  <a:schemeClr val="tx2"/>
                </a:solidFill>
              </a:defRPr>
            </a:lvl7pPr>
            <a:lvl8pPr marL="1843200">
              <a:spcBef>
                <a:spcPts val="0"/>
              </a:spcBef>
              <a:spcAft>
                <a:spcPts val="600"/>
              </a:spcAft>
              <a:defRPr sz="600">
                <a:solidFill>
                  <a:schemeClr val="tx2"/>
                </a:solidFill>
              </a:defRPr>
            </a:lvl8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7AB4DD6D-9400-4306-8B75-2CFF920828F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694400" y="1080000"/>
            <a:ext cx="1893600" cy="356040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600">
                <a:solidFill>
                  <a:schemeClr val="tx2"/>
                </a:solidFill>
                <a:latin typeface="+mn-lt"/>
              </a:defRPr>
            </a:lvl1pPr>
            <a:lvl2pPr marL="230400" indent="0"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tx2"/>
                </a:solidFill>
                <a:latin typeface="+mn-lt"/>
              </a:defRPr>
            </a:lvl2pPr>
            <a:lvl3pPr marL="462600" indent="0">
              <a:spcBef>
                <a:spcPts val="0"/>
              </a:spcBef>
              <a:spcAft>
                <a:spcPts val="600"/>
              </a:spcAft>
              <a:buNone/>
              <a:defRPr sz="1200">
                <a:solidFill>
                  <a:schemeClr val="tx2"/>
                </a:solidFill>
                <a:latin typeface="+mn-lt"/>
              </a:defRPr>
            </a:lvl3pPr>
            <a:lvl4pPr marL="693000" indent="0">
              <a:spcBef>
                <a:spcPts val="0"/>
              </a:spcBef>
              <a:spcAft>
                <a:spcPts val="600"/>
              </a:spcAft>
              <a:buNone/>
              <a:defRPr sz="1000">
                <a:solidFill>
                  <a:schemeClr val="tx2"/>
                </a:solidFill>
                <a:latin typeface="+mn-lt"/>
              </a:defRPr>
            </a:lvl4pPr>
            <a:lvl5pPr marL="923400" indent="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800">
                <a:solidFill>
                  <a:schemeClr val="tx2"/>
                </a:solidFill>
                <a:latin typeface="+mn-lt"/>
              </a:defRPr>
            </a:lvl5pPr>
            <a:lvl6pPr marL="1382400" indent="-228600">
              <a:spcBef>
                <a:spcPts val="0"/>
              </a:spcBef>
              <a:spcAft>
                <a:spcPts val="600"/>
              </a:spcAft>
              <a:buFont typeface="Nokia Pure Text" panose="020B0503020202020204" pitchFamily="34" charset="0"/>
              <a:buChar char="‒"/>
              <a:defRPr sz="800" baseline="0">
                <a:solidFill>
                  <a:schemeClr val="tx2"/>
                </a:solidFill>
              </a:defRPr>
            </a:lvl6pPr>
            <a:lvl7pPr marL="1612800">
              <a:spcBef>
                <a:spcPts val="0"/>
              </a:spcBef>
              <a:spcAft>
                <a:spcPts val="600"/>
              </a:spcAft>
              <a:defRPr sz="700">
                <a:solidFill>
                  <a:schemeClr val="tx2"/>
                </a:solidFill>
              </a:defRPr>
            </a:lvl7pPr>
            <a:lvl8pPr marL="1843200">
              <a:spcBef>
                <a:spcPts val="0"/>
              </a:spcBef>
              <a:spcAft>
                <a:spcPts val="600"/>
              </a:spcAft>
              <a:defRPr sz="600">
                <a:solidFill>
                  <a:schemeClr val="tx2"/>
                </a:solidFill>
              </a:defRPr>
            </a:lvl8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7D6FBD4C-557B-402F-9039-EF287BD8EA5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832800" y="1080000"/>
            <a:ext cx="1893600" cy="356040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600">
                <a:solidFill>
                  <a:schemeClr val="tx2"/>
                </a:solidFill>
                <a:latin typeface="+mn-lt"/>
              </a:defRPr>
            </a:lvl1pPr>
            <a:lvl2pPr marL="230400" indent="0"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tx2"/>
                </a:solidFill>
                <a:latin typeface="+mn-lt"/>
              </a:defRPr>
            </a:lvl2pPr>
            <a:lvl3pPr marL="462600" indent="0">
              <a:spcBef>
                <a:spcPts val="0"/>
              </a:spcBef>
              <a:spcAft>
                <a:spcPts val="600"/>
              </a:spcAft>
              <a:buNone/>
              <a:defRPr sz="1200">
                <a:solidFill>
                  <a:schemeClr val="tx2"/>
                </a:solidFill>
                <a:latin typeface="+mn-lt"/>
              </a:defRPr>
            </a:lvl3pPr>
            <a:lvl4pPr marL="693000" indent="0">
              <a:spcBef>
                <a:spcPts val="0"/>
              </a:spcBef>
              <a:spcAft>
                <a:spcPts val="600"/>
              </a:spcAft>
              <a:buNone/>
              <a:defRPr sz="1000">
                <a:solidFill>
                  <a:schemeClr val="tx2"/>
                </a:solidFill>
                <a:latin typeface="+mn-lt"/>
              </a:defRPr>
            </a:lvl4pPr>
            <a:lvl5pPr marL="923400" indent="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800">
                <a:solidFill>
                  <a:schemeClr val="tx2"/>
                </a:solidFill>
                <a:latin typeface="+mn-lt"/>
              </a:defRPr>
            </a:lvl5pPr>
            <a:lvl6pPr marL="1382400" indent="-228600">
              <a:spcBef>
                <a:spcPts val="0"/>
              </a:spcBef>
              <a:spcAft>
                <a:spcPts val="600"/>
              </a:spcAft>
              <a:buFont typeface="Nokia Pure Text" panose="020B0503020202020204" pitchFamily="34" charset="0"/>
              <a:buChar char="‒"/>
              <a:defRPr sz="800" baseline="0">
                <a:solidFill>
                  <a:schemeClr val="tx2"/>
                </a:solidFill>
              </a:defRPr>
            </a:lvl6pPr>
            <a:lvl7pPr marL="1612800">
              <a:spcBef>
                <a:spcPts val="0"/>
              </a:spcBef>
              <a:spcAft>
                <a:spcPts val="600"/>
              </a:spcAft>
              <a:defRPr sz="700">
                <a:solidFill>
                  <a:schemeClr val="tx2"/>
                </a:solidFill>
              </a:defRPr>
            </a:lvl7pPr>
            <a:lvl8pPr marL="1843200">
              <a:spcBef>
                <a:spcPts val="0"/>
              </a:spcBef>
              <a:spcAft>
                <a:spcPts val="600"/>
              </a:spcAft>
              <a:defRPr sz="600">
                <a:solidFill>
                  <a:schemeClr val="tx2"/>
                </a:solidFill>
              </a:defRPr>
            </a:lvl8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CEF9DDB-0B87-42B5-98DF-391316BABF9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/>
              <a:t>&lt;Document ID: change ID in footer or remove&gt; &lt;Change information classification in footer&gt;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286327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.1_White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42">
            <a:extLst>
              <a:ext uri="{FF2B5EF4-FFF2-40B4-BE49-F238E27FC236}">
                <a16:creationId xmlns:a16="http://schemas.microsoft.com/office/drawing/2014/main" id="{A4F04206-BA94-4881-BA5F-F4855044D62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7200" y="900000"/>
            <a:ext cx="8359200" cy="198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6600" baseline="0">
                <a:solidFill>
                  <a:schemeClr val="tx1"/>
                </a:solidFill>
                <a:latin typeface="Nokia Pure Headline Ultra Light" panose="020B0204020202020204" pitchFamily="34" charset="0"/>
              </a:defRPr>
            </a:lvl1pPr>
          </a:lstStyle>
          <a:p>
            <a:pPr lvl="0"/>
            <a:r>
              <a:rPr lang="en-US"/>
              <a:t>Main headline in sentence case here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82395FE5-ACED-4CF9-93C7-742199141AC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34502" y="3060000"/>
            <a:ext cx="8291898" cy="157680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>
                <a:solidFill>
                  <a:schemeClr val="tx1"/>
                </a:solidFill>
                <a:latin typeface="Nokia Pure Text Light" panose="020B0403020202020204" pitchFamily="34" charset="0"/>
                <a:ea typeface="Nokia Pure Text Light" panose="020B0403020202020204" pitchFamily="34" charset="0"/>
              </a:defRPr>
            </a:lvl1pPr>
            <a:lvl2pPr marL="230400" indent="0"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tx1"/>
                </a:solidFill>
                <a:latin typeface="Nokia Pure Text Light" panose="020B0403020202020204" pitchFamily="34" charset="0"/>
                <a:ea typeface="Nokia Pure Text Light" panose="020B0403020202020204" pitchFamily="34" charset="0"/>
              </a:defRPr>
            </a:lvl2pPr>
            <a:lvl3pPr marL="462600" indent="0">
              <a:spcBef>
                <a:spcPts val="0"/>
              </a:spcBef>
              <a:spcAft>
                <a:spcPts val="600"/>
              </a:spcAft>
              <a:buNone/>
              <a:defRPr sz="1200">
                <a:solidFill>
                  <a:schemeClr val="tx1"/>
                </a:solidFill>
                <a:latin typeface="Nokia Pure Text Light" panose="020B0403020202020204" pitchFamily="34" charset="0"/>
                <a:ea typeface="Nokia Pure Text Light" panose="020B0403020202020204" pitchFamily="34" charset="0"/>
              </a:defRPr>
            </a:lvl3pPr>
            <a:lvl4pPr marL="693000" indent="0">
              <a:spcBef>
                <a:spcPts val="0"/>
              </a:spcBef>
              <a:spcAft>
                <a:spcPts val="600"/>
              </a:spcAft>
              <a:buNone/>
              <a:defRPr sz="1000">
                <a:solidFill>
                  <a:schemeClr val="tx1"/>
                </a:solidFill>
                <a:latin typeface="Nokia Pure Text Light" panose="020B0403020202020204" pitchFamily="34" charset="0"/>
                <a:ea typeface="Nokia Pure Text Light" panose="020B0403020202020204" pitchFamily="34" charset="0"/>
              </a:defRPr>
            </a:lvl4pPr>
            <a:lvl5pPr marL="923400" indent="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900">
                <a:solidFill>
                  <a:schemeClr val="tx1"/>
                </a:solidFill>
                <a:latin typeface="Nokia Pure Text Light" panose="020B0403020202020204" pitchFamily="34" charset="0"/>
                <a:ea typeface="Nokia Pure Text Light" panose="020B0403020202020204" pitchFamily="34" charset="0"/>
              </a:defRPr>
            </a:lvl5pPr>
            <a:lvl6pPr marL="1153800" indent="0">
              <a:spcBef>
                <a:spcPts val="0"/>
              </a:spcBef>
              <a:spcAft>
                <a:spcPts val="600"/>
              </a:spcAft>
              <a:buFont typeface="Nokia Pure Text" panose="020B0503020202020204" pitchFamily="34" charset="0"/>
              <a:buNone/>
              <a:defRPr sz="800" baseline="0">
                <a:solidFill>
                  <a:schemeClr val="tx2"/>
                </a:solidFill>
                <a:latin typeface="Nokia Pure Text Light" panose="020B0403020202020204" pitchFamily="34" charset="0"/>
                <a:ea typeface="Nokia Pure Text Light" panose="020B0403020202020204" pitchFamily="34" charset="0"/>
              </a:defRPr>
            </a:lvl6pPr>
            <a:lvl7pPr marL="1384200" indent="0">
              <a:spcBef>
                <a:spcPts val="0"/>
              </a:spcBef>
              <a:spcAft>
                <a:spcPts val="600"/>
              </a:spcAft>
              <a:buNone/>
              <a:defRPr sz="700">
                <a:solidFill>
                  <a:schemeClr val="tx2"/>
                </a:solidFill>
                <a:latin typeface="Nokia Pure Text Light" panose="020B0403020202020204" pitchFamily="34" charset="0"/>
                <a:ea typeface="Nokia Pure Text Light" panose="020B0403020202020204" pitchFamily="34" charset="0"/>
              </a:defRPr>
            </a:lvl7pPr>
            <a:lvl8pPr marL="1614600" indent="0">
              <a:spcBef>
                <a:spcPts val="0"/>
              </a:spcBef>
              <a:spcAft>
                <a:spcPts val="600"/>
              </a:spcAft>
              <a:buNone/>
              <a:defRPr sz="600">
                <a:solidFill>
                  <a:schemeClr val="tx2"/>
                </a:solidFill>
                <a:latin typeface="Nokia Pure Text Light" panose="020B0403020202020204" pitchFamily="34" charset="0"/>
                <a:ea typeface="Nokia Pure Text Light" panose="020B0403020202020204" pitchFamily="34" charset="0"/>
              </a:defRPr>
            </a:lvl8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441332EC-6B80-4828-AE81-B63F414EEB65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2304000" y="4816800"/>
            <a:ext cx="4536000" cy="122400"/>
          </a:xfrm>
          <a:prstGeom prst="rect">
            <a:avLst/>
          </a:prstGeom>
        </p:spPr>
        <p:txBody>
          <a:bodyPr/>
          <a:lstStyle/>
          <a:p>
            <a:r>
              <a:rPr lang="en-GB"/>
              <a:t>&lt;Document ID: change ID in footer or remove&gt; &lt;Change information classification in footer&gt;</a:t>
            </a:r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2A079B4-2296-4AF6-9A4A-00A11E579D4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200" y="36000"/>
            <a:ext cx="1599250" cy="67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036098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.1_Blue End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9190057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1.3_Single Tex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D5DDEE8-FF3C-4742-BB8C-B09BB2526AC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&lt;Document ID: change ID in footer or remove&gt; &lt;Change information classification in footer&gt;</a:t>
            </a:r>
            <a:endParaRPr lang="en-US"/>
          </a:p>
        </p:txBody>
      </p:sp>
      <p:sp>
        <p:nvSpPr>
          <p:cNvPr id="4" name="Text Placeholder 12">
            <a:extLst>
              <a:ext uri="{FF2B5EF4-FFF2-40B4-BE49-F238E27FC236}">
                <a16:creationId xmlns:a16="http://schemas.microsoft.com/office/drawing/2014/main" id="{B4B383DF-E841-4958-AC70-1FE077578D0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7600" y="590400"/>
            <a:ext cx="8308800" cy="3096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>
                <a:solidFill>
                  <a:schemeClr val="bg2"/>
                </a:solidFill>
                <a:latin typeface="+mj-lt"/>
              </a:defRPr>
            </a:lvl1pPr>
            <a:lvl2pPr>
              <a:defRPr sz="2000">
                <a:latin typeface="+mj-lt"/>
              </a:defRPr>
            </a:lvl2pPr>
            <a:lvl3pPr>
              <a:defRPr sz="2000">
                <a:latin typeface="+mj-lt"/>
              </a:defRPr>
            </a:lvl3pPr>
            <a:lvl4pPr>
              <a:defRPr sz="2000">
                <a:latin typeface="+mj-lt"/>
              </a:defRPr>
            </a:lvl4pPr>
            <a:lvl5pPr>
              <a:defRPr sz="2000">
                <a:latin typeface="+mj-lt"/>
              </a:defRPr>
            </a:lvl5pPr>
          </a:lstStyle>
          <a:p>
            <a:pPr lvl="0"/>
            <a:r>
              <a:rPr lang="en-US" noProof="0"/>
              <a:t>Click to edit secondary headline</a:t>
            </a:r>
          </a:p>
        </p:txBody>
      </p:sp>
      <p:sp>
        <p:nvSpPr>
          <p:cNvPr id="5" name="Text Placeholder 42">
            <a:extLst>
              <a:ext uri="{FF2B5EF4-FFF2-40B4-BE49-F238E27FC236}">
                <a16:creationId xmlns:a16="http://schemas.microsoft.com/office/drawing/2014/main" id="{6D425CB6-0BAB-4AB6-ADCE-D68F0C1DF88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17600" y="280800"/>
            <a:ext cx="8308800" cy="3096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headline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087D8427-6029-4956-BF93-C47F0DB8797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17600" y="1080000"/>
            <a:ext cx="8308800" cy="356040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600">
                <a:solidFill>
                  <a:schemeClr val="tx2"/>
                </a:solidFill>
                <a:latin typeface="+mn-lt"/>
              </a:defRPr>
            </a:lvl1pPr>
            <a:lvl2pPr marL="230400" indent="0"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tx2"/>
                </a:solidFill>
                <a:latin typeface="+mn-lt"/>
              </a:defRPr>
            </a:lvl2pPr>
            <a:lvl3pPr marL="462600" indent="0">
              <a:spcBef>
                <a:spcPts val="0"/>
              </a:spcBef>
              <a:spcAft>
                <a:spcPts val="600"/>
              </a:spcAft>
              <a:buNone/>
              <a:defRPr sz="1200">
                <a:solidFill>
                  <a:schemeClr val="tx2"/>
                </a:solidFill>
                <a:latin typeface="+mn-lt"/>
              </a:defRPr>
            </a:lvl3pPr>
            <a:lvl4pPr marL="693000" indent="0">
              <a:spcBef>
                <a:spcPts val="0"/>
              </a:spcBef>
              <a:spcAft>
                <a:spcPts val="600"/>
              </a:spcAft>
              <a:buNone/>
              <a:defRPr sz="1000">
                <a:solidFill>
                  <a:schemeClr val="tx2"/>
                </a:solidFill>
                <a:latin typeface="+mn-lt"/>
              </a:defRPr>
            </a:lvl4pPr>
            <a:lvl5pPr marL="923400" indent="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800">
                <a:solidFill>
                  <a:schemeClr val="tx2"/>
                </a:solidFill>
                <a:latin typeface="+mn-lt"/>
              </a:defRPr>
            </a:lvl5pPr>
            <a:lvl6pPr marL="1382400" indent="-228600">
              <a:spcBef>
                <a:spcPts val="0"/>
              </a:spcBef>
              <a:spcAft>
                <a:spcPts val="600"/>
              </a:spcAft>
              <a:buFont typeface="Nokia Pure Text" panose="020B0503020202020204" pitchFamily="34" charset="0"/>
              <a:buChar char="‒"/>
              <a:defRPr sz="800" baseline="0">
                <a:solidFill>
                  <a:schemeClr val="tx2"/>
                </a:solidFill>
              </a:defRPr>
            </a:lvl6pPr>
            <a:lvl7pPr marL="1612800">
              <a:spcBef>
                <a:spcPts val="0"/>
              </a:spcBef>
              <a:spcAft>
                <a:spcPts val="600"/>
              </a:spcAft>
              <a:defRPr sz="700">
                <a:solidFill>
                  <a:schemeClr val="tx2"/>
                </a:solidFill>
              </a:defRPr>
            </a:lvl7pPr>
            <a:lvl8pPr marL="1843200">
              <a:spcBef>
                <a:spcPts val="0"/>
              </a:spcBef>
              <a:spcAft>
                <a:spcPts val="600"/>
              </a:spcAft>
              <a:defRPr sz="600">
                <a:solidFill>
                  <a:schemeClr val="tx2"/>
                </a:solidFill>
              </a:defRPr>
            </a:lvl8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9377374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5DE4E-4E3C-483C-B8DE-64C03AEC10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95E4E1-983F-4862-9E40-9235187D60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D8FE86-9238-479E-AD02-55CB2EF09E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122B68-9AAE-4431-8DA9-CEE8DA013C6D}" type="datetimeFigureOut">
              <a:rPr lang="en-US" smtClean="0"/>
              <a:t>7/6/2020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320F32-CA4A-4174-BFAF-DD9C474D48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B4FFD8-B5DD-40FF-9C34-AB23C00EAF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DA3154-0660-4A9E-BEFA-FD1D6356BE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74076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3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6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17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0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6.png"/><Relationship Id="rId4" Type="http://schemas.openxmlformats.org/officeDocument/2006/relationships/theme" Target="../theme/theme6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8.xml"/><Relationship Id="rId13" Type="http://schemas.openxmlformats.org/officeDocument/2006/relationships/slideLayout" Target="../slideLayouts/slideLayout33.xml"/><Relationship Id="rId3" Type="http://schemas.openxmlformats.org/officeDocument/2006/relationships/slideLayout" Target="../slideLayouts/slideLayout23.xml"/><Relationship Id="rId7" Type="http://schemas.openxmlformats.org/officeDocument/2006/relationships/slideLayout" Target="../slideLayouts/slideLayout27.xml"/><Relationship Id="rId12" Type="http://schemas.openxmlformats.org/officeDocument/2006/relationships/slideLayout" Target="../slideLayouts/slideLayout32.xml"/><Relationship Id="rId2" Type="http://schemas.openxmlformats.org/officeDocument/2006/relationships/slideLayout" Target="../slideLayouts/slideLayout2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21.xml"/><Relationship Id="rId6" Type="http://schemas.openxmlformats.org/officeDocument/2006/relationships/slideLayout" Target="../slideLayouts/slideLayout26.xml"/><Relationship Id="rId11" Type="http://schemas.openxmlformats.org/officeDocument/2006/relationships/slideLayout" Target="../slideLayouts/slideLayout31.xml"/><Relationship Id="rId5" Type="http://schemas.openxmlformats.org/officeDocument/2006/relationships/slideLayout" Target="../slideLayouts/slideLayout25.xml"/><Relationship Id="rId15" Type="http://schemas.openxmlformats.org/officeDocument/2006/relationships/theme" Target="../theme/theme7.xml"/><Relationship Id="rId10" Type="http://schemas.openxmlformats.org/officeDocument/2006/relationships/slideLayout" Target="../slideLayouts/slideLayout30.xml"/><Relationship Id="rId4" Type="http://schemas.openxmlformats.org/officeDocument/2006/relationships/slideLayout" Target="../slideLayouts/slideLayout24.xml"/><Relationship Id="rId9" Type="http://schemas.openxmlformats.org/officeDocument/2006/relationships/slideLayout" Target="../slideLayouts/slideLayout29.xml"/><Relationship Id="rId14" Type="http://schemas.openxmlformats.org/officeDocument/2006/relationships/slideLayout" Target="../slideLayouts/slideLayout3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87D0E1A0-C19A-4DB8-BA1F-3D71830D1A93}"/>
              </a:ext>
            </a:extLst>
          </p:cNvPr>
          <p:cNvSpPr txBox="1"/>
          <p:nvPr userDrawn="1"/>
        </p:nvSpPr>
        <p:spPr>
          <a:xfrm>
            <a:off x="755776" y="4816800"/>
            <a:ext cx="1800000" cy="122237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r>
              <a:rPr lang="en-US" sz="800" dirty="0">
                <a:solidFill>
                  <a:schemeClr val="tx2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  <a:t>© 2020 Nokia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7920C8E0-2BA3-45B9-8A9F-1B9E59157439}"/>
              </a:ext>
            </a:extLst>
          </p:cNvPr>
          <p:cNvSpPr txBox="1">
            <a:spLocks/>
          </p:cNvSpPr>
          <p:nvPr userDrawn="1"/>
        </p:nvSpPr>
        <p:spPr>
          <a:xfrm>
            <a:off x="419102" y="4816800"/>
            <a:ext cx="252000" cy="122400"/>
          </a:xfrm>
          <a:prstGeom prst="rect">
            <a:avLst/>
          </a:prstGeom>
        </p:spPr>
        <p:txBody>
          <a:bodyPr lIns="0" tIns="0" rIns="0" bIns="0" anchor="b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71245D3D-131A-47D1-B100-B33219007AD2}" type="slidenum">
              <a:rPr lang="en-US" sz="800" smtClean="0">
                <a:solidFill>
                  <a:schemeClr val="tx2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  <a:pPr>
                <a:defRPr/>
              </a:pPr>
              <a:t>‹#›</a:t>
            </a:fld>
            <a:endParaRPr lang="en-US" dirty="0">
              <a:solidFill>
                <a:schemeClr val="tx2"/>
              </a:solidFill>
              <a:latin typeface="Nokia Pure Text Light" panose="020B0304040602060303" pitchFamily="34" charset="0"/>
              <a:ea typeface="Nokia Pure Text Light" panose="020B0304040602060303" pitchFamily="34" charset="0"/>
              <a:cs typeface="Nokia Pure Text Light" panose="020B0304040602060303" pitchFamily="34" charset="0"/>
            </a:endParaRPr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141D57DB-1EB7-4DFA-9100-436A54579F6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04000" y="4816800"/>
            <a:ext cx="4536000" cy="1224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00">
                <a:solidFill>
                  <a:schemeClr val="tx2"/>
                </a:solidFill>
              </a:defRPr>
            </a:lvl1pPr>
          </a:lstStyle>
          <a:p>
            <a:r>
              <a:rPr lang="en-GB"/>
              <a:t>&lt;Document ID: change ID in footer or remove&gt; &lt;Change information classification in footer&gt;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8C5FB64-385A-4093-B8B2-2F00FF978275}"/>
              </a:ext>
            </a:extLst>
          </p:cNvPr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77226" y="4651000"/>
            <a:ext cx="1008112" cy="424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18916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85" r:id="rId2"/>
    <p:sldLayoutId id="2147483686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724" r:id="rId11"/>
    <p:sldLayoutId id="2147483725" r:id="rId12"/>
  </p:sldLayoutIdLst>
  <p:hf sldNum="0" hd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4AC1947E-906A-46AD-9413-1921F00F19AB}"/>
              </a:ext>
            </a:extLst>
          </p:cNvPr>
          <p:cNvSpPr txBox="1"/>
          <p:nvPr userDrawn="1"/>
        </p:nvSpPr>
        <p:spPr>
          <a:xfrm>
            <a:off x="755776" y="4816800"/>
            <a:ext cx="1800000" cy="122237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r>
              <a:rPr lang="en-US" sz="800" dirty="0">
                <a:solidFill>
                  <a:schemeClr val="tx2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  <a:t>© 2020 Nokia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BA0CA059-29E1-450A-A218-D27AB73F8070}"/>
              </a:ext>
            </a:extLst>
          </p:cNvPr>
          <p:cNvSpPr txBox="1">
            <a:spLocks/>
          </p:cNvSpPr>
          <p:nvPr userDrawn="1"/>
        </p:nvSpPr>
        <p:spPr>
          <a:xfrm>
            <a:off x="419102" y="4816800"/>
            <a:ext cx="252000" cy="122400"/>
          </a:xfrm>
          <a:prstGeom prst="rect">
            <a:avLst/>
          </a:prstGeom>
        </p:spPr>
        <p:txBody>
          <a:bodyPr lIns="0" tIns="0" rIns="0" bIns="0" anchor="b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71245D3D-131A-47D1-B100-B33219007AD2}" type="slidenum">
              <a:rPr lang="en-US" sz="800" smtClean="0">
                <a:solidFill>
                  <a:schemeClr val="tx2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  <a:pPr>
                <a:defRPr/>
              </a:pPr>
              <a:t>‹#›</a:t>
            </a:fld>
            <a:endParaRPr lang="en-US" dirty="0">
              <a:solidFill>
                <a:schemeClr val="tx2"/>
              </a:solidFill>
              <a:latin typeface="Nokia Pure Text Light" panose="020B0304040602060303" pitchFamily="34" charset="0"/>
              <a:ea typeface="Nokia Pure Text Light" panose="020B0304040602060303" pitchFamily="34" charset="0"/>
              <a:cs typeface="Nokia Pure Text Light" panose="020B0304040602060303" pitchFamily="34" charset="0"/>
            </a:endParaRPr>
          </a:p>
        </p:txBody>
      </p:sp>
      <p:sp>
        <p:nvSpPr>
          <p:cNvPr id="10" name="Footer Placeholder 14">
            <a:extLst>
              <a:ext uri="{FF2B5EF4-FFF2-40B4-BE49-F238E27FC236}">
                <a16:creationId xmlns:a16="http://schemas.microsoft.com/office/drawing/2014/main" id="{80DAFA2C-A5B7-47BD-9867-3032BEE127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04000" y="4816800"/>
            <a:ext cx="4536000" cy="1224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00">
                <a:solidFill>
                  <a:schemeClr val="tx2"/>
                </a:solidFill>
              </a:defRPr>
            </a:lvl1pPr>
          </a:lstStyle>
          <a:p>
            <a:r>
              <a:rPr lang="en-GB"/>
              <a:t>&lt;Document ID: change ID in footer or remove&gt; &lt;Change information classification in footer&gt;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38733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3" r:id="rId1"/>
  </p:sldLayoutIdLst>
  <p:hf sldNum="0" hd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35D8FD1-98D9-47C9-885D-370F1B25E0D7}"/>
              </a:ext>
            </a:extLst>
          </p:cNvPr>
          <p:cNvSpPr txBox="1"/>
          <p:nvPr userDrawn="1"/>
        </p:nvSpPr>
        <p:spPr>
          <a:xfrm>
            <a:off x="755776" y="4816800"/>
            <a:ext cx="1800000" cy="122237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r>
              <a:rPr lang="en-US" sz="800" noProof="0" dirty="0">
                <a:solidFill>
                  <a:schemeClr val="bg1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  <a:t>© 2020 Nokia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DD45D477-1173-4B46-833F-F999BFE93809}"/>
              </a:ext>
            </a:extLst>
          </p:cNvPr>
          <p:cNvSpPr txBox="1">
            <a:spLocks/>
          </p:cNvSpPr>
          <p:nvPr userDrawn="1"/>
        </p:nvSpPr>
        <p:spPr>
          <a:xfrm>
            <a:off x="419102" y="4816800"/>
            <a:ext cx="252000" cy="122400"/>
          </a:xfrm>
          <a:prstGeom prst="rect">
            <a:avLst/>
          </a:prstGeom>
        </p:spPr>
        <p:txBody>
          <a:bodyPr lIns="0" tIns="0" rIns="0" bIns="0" anchor="b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71245D3D-131A-47D1-B100-B33219007AD2}" type="slidenum">
              <a:rPr lang="en-US" sz="800" noProof="0" smtClean="0">
                <a:solidFill>
                  <a:schemeClr val="bg1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  <a:pPr>
                <a:defRPr/>
              </a:pPr>
              <a:t>‹#›</a:t>
            </a:fld>
            <a:endParaRPr lang="en-US" noProof="0" dirty="0">
              <a:solidFill>
                <a:schemeClr val="bg1"/>
              </a:solidFill>
              <a:latin typeface="Nokia Pure Text Light" panose="020B0304040602060303" pitchFamily="34" charset="0"/>
              <a:ea typeface="Nokia Pure Text Light" panose="020B0304040602060303" pitchFamily="34" charset="0"/>
              <a:cs typeface="Nokia Pure Text Light" panose="020B0304040602060303" pitchFamily="34" charset="0"/>
            </a:endParaRPr>
          </a:p>
        </p:txBody>
      </p:sp>
      <p:sp>
        <p:nvSpPr>
          <p:cNvPr id="5" name="Footer Placeholder 14">
            <a:extLst>
              <a:ext uri="{FF2B5EF4-FFF2-40B4-BE49-F238E27FC236}">
                <a16:creationId xmlns:a16="http://schemas.microsoft.com/office/drawing/2014/main" id="{9EA08E70-E40A-4C76-ADD7-CA63C95746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04000" y="4816800"/>
            <a:ext cx="4536000" cy="1224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00">
                <a:solidFill>
                  <a:schemeClr val="bg1"/>
                </a:solidFill>
                <a:latin typeface="Nokia Pure Text Light" panose="020B0403020202020204" pitchFamily="34" charset="0"/>
                <a:ea typeface="Nokia Pure Text Light" panose="020B0403020202020204" pitchFamily="34" charset="0"/>
              </a:defRPr>
            </a:lvl1pPr>
          </a:lstStyle>
          <a:p>
            <a:r>
              <a:rPr lang="en-GB"/>
              <a:t>&lt;Document ID: change ID in footer or remove&gt; &lt;Change information classification in footer&gt;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83523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C76398D-C6B9-4EAD-A887-41ECEA7F301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89180" y="2031750"/>
            <a:ext cx="2565641" cy="10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45167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BC1C3A2-73EF-4E4E-97C2-1C446243E83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89180" y="2031750"/>
            <a:ext cx="2565641" cy="10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03880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35D8FD1-98D9-47C9-885D-370F1B25E0D7}"/>
              </a:ext>
            </a:extLst>
          </p:cNvPr>
          <p:cNvSpPr txBox="1"/>
          <p:nvPr userDrawn="1"/>
        </p:nvSpPr>
        <p:spPr>
          <a:xfrm>
            <a:off x="755776" y="4816800"/>
            <a:ext cx="1800000" cy="122237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r>
              <a:rPr lang="en-US" sz="800" noProof="0" dirty="0">
                <a:solidFill>
                  <a:schemeClr val="bg1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  <a:t>© 2020 Nokia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DD45D477-1173-4B46-833F-F999BFE93809}"/>
              </a:ext>
            </a:extLst>
          </p:cNvPr>
          <p:cNvSpPr txBox="1">
            <a:spLocks/>
          </p:cNvSpPr>
          <p:nvPr userDrawn="1"/>
        </p:nvSpPr>
        <p:spPr>
          <a:xfrm>
            <a:off x="419102" y="4816800"/>
            <a:ext cx="252000" cy="122400"/>
          </a:xfrm>
          <a:prstGeom prst="rect">
            <a:avLst/>
          </a:prstGeom>
        </p:spPr>
        <p:txBody>
          <a:bodyPr lIns="0" tIns="0" rIns="0" bIns="0" anchor="b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71245D3D-131A-47D1-B100-B33219007AD2}" type="slidenum">
              <a:rPr lang="en-US" sz="800" noProof="0" smtClean="0">
                <a:solidFill>
                  <a:schemeClr val="bg1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  <a:pPr>
                <a:defRPr/>
              </a:pPr>
              <a:t>‹#›</a:t>
            </a:fld>
            <a:endParaRPr lang="en-US" noProof="0" dirty="0">
              <a:solidFill>
                <a:schemeClr val="bg1"/>
              </a:solidFill>
              <a:latin typeface="Nokia Pure Text Light" panose="020B0304040602060303" pitchFamily="34" charset="0"/>
              <a:ea typeface="Nokia Pure Text Light" panose="020B0304040602060303" pitchFamily="34" charset="0"/>
              <a:cs typeface="Nokia Pure Text Light" panose="020B0304040602060303" pitchFamily="34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3E74C75-1C44-4A6F-9F21-72B5E3ACCB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04000" y="4816800"/>
            <a:ext cx="4536000" cy="1224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00">
                <a:solidFill>
                  <a:schemeClr val="bg1"/>
                </a:solidFill>
                <a:latin typeface="Nokia Pure Text Light" panose="020B0403020202020204" pitchFamily="34" charset="0"/>
                <a:ea typeface="Nokia Pure Text Light" panose="020B0403020202020204" pitchFamily="34" charset="0"/>
              </a:defRPr>
            </a:lvl1pPr>
          </a:lstStyle>
          <a:p>
            <a:r>
              <a:rPr lang="en-GB"/>
              <a:t>&lt;Document ID: change ID in footer or remove&gt; &lt;Change information classification in footer&gt;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538F1B2-3B70-46D3-B6FC-0199A17FB72D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75813" y="4648933"/>
            <a:ext cx="1009152" cy="42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02866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  <p:sldLayoutId id="2147483683" r:id="rId2"/>
    <p:sldLayoutId id="2147483684" r:id="rId3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87D0E1A0-C19A-4DB8-BA1F-3D71830D1A93}"/>
              </a:ext>
            </a:extLst>
          </p:cNvPr>
          <p:cNvSpPr txBox="1"/>
          <p:nvPr userDrawn="1"/>
        </p:nvSpPr>
        <p:spPr>
          <a:xfrm>
            <a:off x="755776" y="4816800"/>
            <a:ext cx="1800000" cy="122237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r>
              <a:rPr lang="en-US" sz="800">
                <a:solidFill>
                  <a:schemeClr val="tx2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  <a:t>© 2019 Nokia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7920C8E0-2BA3-45B9-8A9F-1B9E59157439}"/>
              </a:ext>
            </a:extLst>
          </p:cNvPr>
          <p:cNvSpPr txBox="1">
            <a:spLocks/>
          </p:cNvSpPr>
          <p:nvPr userDrawn="1"/>
        </p:nvSpPr>
        <p:spPr>
          <a:xfrm>
            <a:off x="419102" y="4816800"/>
            <a:ext cx="252000" cy="122400"/>
          </a:xfrm>
          <a:prstGeom prst="rect">
            <a:avLst/>
          </a:prstGeom>
        </p:spPr>
        <p:txBody>
          <a:bodyPr lIns="0" tIns="0" rIns="0" bIns="0" anchor="b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71245D3D-131A-47D1-B100-B33219007AD2}" type="slidenum">
              <a:rPr lang="en-US" sz="800" smtClean="0">
                <a:solidFill>
                  <a:schemeClr val="tx2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  <a:pPr>
                <a:defRPr/>
              </a:pPr>
              <a:t>‹#›</a:t>
            </a:fld>
            <a:endParaRPr lang="en-US">
              <a:solidFill>
                <a:schemeClr val="tx2"/>
              </a:solidFill>
              <a:latin typeface="Nokia Pure Text Light" panose="020B0304040602060303" pitchFamily="34" charset="0"/>
              <a:ea typeface="Nokia Pure Text Light" panose="020B0304040602060303" pitchFamily="34" charset="0"/>
              <a:cs typeface="Nokia Pure Text Light" panose="020B0304040602060303" pitchFamily="34" charset="0"/>
            </a:endParaRPr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141D57DB-1EB7-4DFA-9100-436A54579F6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04000" y="4816800"/>
            <a:ext cx="4536000" cy="1224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00">
                <a:solidFill>
                  <a:schemeClr val="tx2"/>
                </a:solidFill>
              </a:defRPr>
            </a:lvl1pPr>
          </a:lstStyle>
          <a:p>
            <a:r>
              <a:rPr lang="en-GB"/>
              <a:t>&lt;Document ID: change ID in footer or remove&gt; &lt;Change information classification in footer&gt;</a:t>
            </a:r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8C5FB64-385A-4093-B8B2-2F00FF978275}"/>
              </a:ext>
            </a:extLst>
          </p:cNvPr>
          <p:cNvPicPr>
            <a:picLocks noChangeAspect="1"/>
          </p:cNvPicPr>
          <p:nvPr userDrawn="1"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77226" y="4651000"/>
            <a:ext cx="1008112" cy="424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53120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  <p:sldLayoutId id="2147483738" r:id="rId12"/>
    <p:sldLayoutId id="2147483739" r:id="rId13"/>
    <p:sldLayoutId id="2147483740" r:id="rId14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tags" Target="../tags/tag4.xml"/><Relationship Id="rId7" Type="http://schemas.openxmlformats.org/officeDocument/2006/relationships/image" Target="../media/image16.png"/><Relationship Id="rId2" Type="http://schemas.openxmlformats.org/officeDocument/2006/relationships/tags" Target="../tags/tag3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3.emf"/><Relationship Id="rId5" Type="http://schemas.openxmlformats.org/officeDocument/2006/relationships/oleObject" Target="../embeddings/oleObject3.bin"/><Relationship Id="rId4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hyperlink" Target="https://article.efecte.com/blog/en/what-is-agile-in-it-and-how-to-get-into-the-right-mindset" TargetMode="External"/><Relationship Id="rId3" Type="http://schemas.openxmlformats.org/officeDocument/2006/relationships/hyperlink" Target="https://www.agilealliance.org/agile101/" TargetMode="External"/><Relationship Id="rId7" Type="http://schemas.openxmlformats.org/officeDocument/2006/relationships/hyperlink" Target="https://medium.com/@francoismugorozi/my-understanding-of-the-scrum-framework-and-benefits-of-the-scrum-events-ebd889da1472" TargetMode="External"/><Relationship Id="rId12" Type="http://schemas.openxmlformats.org/officeDocument/2006/relationships/hyperlink" Target="https://www.cprime.com/resources/what-is-agile-what-is-scrum/" TargetMode="External"/><Relationship Id="rId2" Type="http://schemas.openxmlformats.org/officeDocument/2006/relationships/hyperlink" Target="https://agilemanifesto.org/" TargetMode="External"/><Relationship Id="rId1" Type="http://schemas.openxmlformats.org/officeDocument/2006/relationships/slideLayout" Target="../slideLayouts/slideLayout12.xml"/><Relationship Id="rId6" Type="http://schemas.openxmlformats.org/officeDocument/2006/relationships/hyperlink" Target="https://www.scrumguides.org/scrum-guide.html" TargetMode="External"/><Relationship Id="rId11" Type="http://schemas.openxmlformats.org/officeDocument/2006/relationships/hyperlink" Target="https://www.plutora.com/blog/12-agile-principles" TargetMode="External"/><Relationship Id="rId5" Type="http://schemas.openxmlformats.org/officeDocument/2006/relationships/hyperlink" Target="https://www.scrum.org/resources/what-is-scrum" TargetMode="External"/><Relationship Id="rId10" Type="http://schemas.openxmlformats.org/officeDocument/2006/relationships/hyperlink" Target="https://usefyi.com/scrum/" TargetMode="External"/><Relationship Id="rId4" Type="http://schemas.openxmlformats.org/officeDocument/2006/relationships/hyperlink" Target="https://www.integratedconsulting.ro/insights/agile-in-business/" TargetMode="External"/><Relationship Id="rId9" Type="http://schemas.openxmlformats.org/officeDocument/2006/relationships/hyperlink" Target="https://pmtonomy.com/methodologies/agile" TargetMode="Externa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9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E748F3-52F3-4227-86AD-9C50826A626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34502" y="3625740"/>
            <a:ext cx="4617722" cy="972570"/>
          </a:xfrm>
        </p:spPr>
        <p:txBody>
          <a:bodyPr/>
          <a:lstStyle/>
          <a:p>
            <a:pPr lvl="0">
              <a:lnSpc>
                <a:spcPct val="100000"/>
              </a:lnSpc>
            </a:pPr>
            <a:r>
              <a:rPr lang="en-US" b="1" dirty="0"/>
              <a:t>Students summer practice</a:t>
            </a:r>
          </a:p>
          <a:p>
            <a:pPr lvl="0">
              <a:lnSpc>
                <a:spcPct val="100000"/>
              </a:lnSpc>
            </a:pPr>
            <a:r>
              <a:rPr lang="en-US" dirty="0"/>
              <a:t>Ancuta ZAHARIE, Ioana MIRONIUC</a:t>
            </a:r>
          </a:p>
          <a:p>
            <a:pPr lvl="0">
              <a:lnSpc>
                <a:spcPct val="100000"/>
              </a:lnSpc>
            </a:pPr>
            <a:r>
              <a:rPr lang="en-US" dirty="0"/>
              <a:t>07-07-2020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FCB55E3-D5F8-4CD7-ABD0-A0B07F755E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156" y="554400"/>
            <a:ext cx="8291898" cy="3064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01375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Oval 41">
            <a:extLst>
              <a:ext uri="{FF2B5EF4-FFF2-40B4-BE49-F238E27FC236}">
                <a16:creationId xmlns:a16="http://schemas.microsoft.com/office/drawing/2014/main" id="{A8C5CCD1-7D87-45ED-8F5B-D1FF424F09D6}"/>
              </a:ext>
            </a:extLst>
          </p:cNvPr>
          <p:cNvSpPr/>
          <p:nvPr/>
        </p:nvSpPr>
        <p:spPr>
          <a:xfrm>
            <a:off x="454632" y="736865"/>
            <a:ext cx="377954" cy="365232"/>
          </a:xfrm>
          <a:prstGeom prst="ellipse">
            <a:avLst/>
          </a:prstGeom>
          <a:solidFill>
            <a:srgbClr val="00C9FF"/>
          </a:solidFill>
          <a:ln w="25400" cap="flat" cmpd="sng" algn="ctr">
            <a:solidFill>
              <a:sysClr val="window" lastClr="FFFFFF"/>
            </a:solidFill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lt"/>
              <a:ea typeface="Arial Unicode MS"/>
              <a:cs typeface="+mn-cs"/>
            </a:endParaRPr>
          </a:p>
        </p:txBody>
      </p:sp>
      <p:sp>
        <p:nvSpPr>
          <p:cNvPr id="43" name="직사각형 1">
            <a:extLst>
              <a:ext uri="{FF2B5EF4-FFF2-40B4-BE49-F238E27FC236}">
                <a16:creationId xmlns:a16="http://schemas.microsoft.com/office/drawing/2014/main" id="{8E8F2566-1A8D-498C-B0C5-83ABEBC46F00}"/>
              </a:ext>
            </a:extLst>
          </p:cNvPr>
          <p:cNvSpPr/>
          <p:nvPr/>
        </p:nvSpPr>
        <p:spPr>
          <a:xfrm>
            <a:off x="448726" y="773153"/>
            <a:ext cx="386800" cy="312697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okia Pure Text" panose="020B0504040602060303" pitchFamily="34" charset="0"/>
                <a:ea typeface="Nokia Pure Text" panose="020B0504040602060303" pitchFamily="34" charset="0"/>
                <a:cs typeface="Nokia Pure Text" panose="020B0504040602060303" pitchFamily="34" charset="0"/>
              </a:rPr>
              <a:t>01</a:t>
            </a:r>
            <a:endParaRPr kumimoji="0" lang="ko-KR" altLang="en-US" sz="100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okia Pure Text" panose="020B0504040602060303" pitchFamily="34" charset="0"/>
              <a:ea typeface="Arial Unicode MS"/>
              <a:cs typeface="Nokia Pure Text" panose="020B0504040602060303" pitchFamily="34" charset="0"/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CEF475A4-0934-4CBE-BF78-7E92A75BC182}"/>
              </a:ext>
            </a:extLst>
          </p:cNvPr>
          <p:cNvSpPr txBox="1"/>
          <p:nvPr/>
        </p:nvSpPr>
        <p:spPr>
          <a:xfrm>
            <a:off x="1009411" y="798352"/>
            <a:ext cx="2971500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defTabSz="914400" fontAlgn="auto" latinLnBrk="1">
              <a:spcBef>
                <a:spcPts val="0"/>
              </a:spcBef>
              <a:spcAft>
                <a:spcPts val="0"/>
              </a:spcAft>
            </a:pPr>
            <a:r>
              <a:rPr lang="en-IN" sz="1000" dirty="0">
                <a:solidFill>
                  <a:srgbClr val="0070C0"/>
                </a:solidFill>
                <a:latin typeface="+mn-lt"/>
              </a:rPr>
              <a:t>Software development - overview</a:t>
            </a:r>
            <a:endParaRPr lang="en-US" altLang="ko-KR" sz="1000" dirty="0">
              <a:solidFill>
                <a:srgbClr val="0070C0"/>
              </a:solidFill>
              <a:latin typeface="+mn-lt"/>
              <a:ea typeface="Arial Unicode MS"/>
              <a:cs typeface="Arial" pitchFamily="34" charset="0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E204BAC-56DD-429B-9C72-B0BE2FC52B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Agenda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DF69A123-EA8F-4FC5-B61A-594D7124FFCF}"/>
              </a:ext>
            </a:extLst>
          </p:cNvPr>
          <p:cNvSpPr/>
          <p:nvPr/>
        </p:nvSpPr>
        <p:spPr>
          <a:xfrm>
            <a:off x="462654" y="1110650"/>
            <a:ext cx="377954" cy="365232"/>
          </a:xfrm>
          <a:prstGeom prst="ellipse">
            <a:avLst/>
          </a:prstGeom>
          <a:solidFill>
            <a:srgbClr val="00C9FF"/>
          </a:solidFill>
          <a:ln w="25400" cap="flat" cmpd="sng" algn="ctr">
            <a:solidFill>
              <a:sysClr val="window" lastClr="FFFFFF"/>
            </a:solidFill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lt"/>
              <a:ea typeface="Arial Unicode MS"/>
              <a:cs typeface="+mn-cs"/>
            </a:endParaRPr>
          </a:p>
        </p:txBody>
      </p:sp>
      <p:sp>
        <p:nvSpPr>
          <p:cNvPr id="20" name="직사각형 1">
            <a:extLst>
              <a:ext uri="{FF2B5EF4-FFF2-40B4-BE49-F238E27FC236}">
                <a16:creationId xmlns:a16="http://schemas.microsoft.com/office/drawing/2014/main" id="{17053FA1-F819-4B5E-83AC-9D87830130AB}"/>
              </a:ext>
            </a:extLst>
          </p:cNvPr>
          <p:cNvSpPr/>
          <p:nvPr/>
        </p:nvSpPr>
        <p:spPr>
          <a:xfrm>
            <a:off x="456748" y="1146938"/>
            <a:ext cx="386800" cy="312697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okia Pure Text" panose="020B0504040602060303" pitchFamily="34" charset="0"/>
                <a:ea typeface="Nokia Pure Text" panose="020B0504040602060303" pitchFamily="34" charset="0"/>
                <a:cs typeface="Nokia Pure Text" panose="020B0504040602060303" pitchFamily="34" charset="0"/>
              </a:rPr>
              <a:t>02</a:t>
            </a:r>
            <a:endParaRPr kumimoji="0" lang="ko-KR" altLang="en-US" sz="100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okia Pure Text" panose="020B0504040602060303" pitchFamily="34" charset="0"/>
              <a:ea typeface="Arial Unicode MS"/>
              <a:cs typeface="Nokia Pure Text" panose="020B0504040602060303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4BF27FE-5410-4715-86B9-406BFD721F36}"/>
              </a:ext>
            </a:extLst>
          </p:cNvPr>
          <p:cNvSpPr txBox="1"/>
          <p:nvPr/>
        </p:nvSpPr>
        <p:spPr>
          <a:xfrm>
            <a:off x="1022246" y="1162511"/>
            <a:ext cx="2971500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defTabSz="914400" fontAlgn="auto" latinLnBrk="1">
              <a:spcBef>
                <a:spcPts val="0"/>
              </a:spcBef>
              <a:spcAft>
                <a:spcPts val="0"/>
              </a:spcAft>
            </a:pPr>
            <a:r>
              <a:rPr lang="en-IN" altLang="ko-KR" sz="1000" dirty="0">
                <a:solidFill>
                  <a:srgbClr val="0070C0"/>
                </a:solidFill>
                <a:ea typeface="Arial Unicode MS"/>
                <a:cs typeface="Arial" pitchFamily="34" charset="0"/>
              </a:rPr>
              <a:t>History of adopting Agile</a:t>
            </a:r>
            <a:endParaRPr lang="en-US" altLang="ko-KR" sz="1000" dirty="0">
              <a:solidFill>
                <a:srgbClr val="0070C0"/>
              </a:solidFill>
              <a:ea typeface="Arial Unicode MS"/>
              <a:cs typeface="Arial" pitchFamily="34" charset="0"/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F78EFE4F-491B-4107-B6A5-5ACF4BFD98C1}"/>
              </a:ext>
            </a:extLst>
          </p:cNvPr>
          <p:cNvSpPr/>
          <p:nvPr/>
        </p:nvSpPr>
        <p:spPr>
          <a:xfrm>
            <a:off x="477093" y="1495994"/>
            <a:ext cx="377954" cy="365232"/>
          </a:xfrm>
          <a:prstGeom prst="ellipse">
            <a:avLst/>
          </a:prstGeom>
          <a:solidFill>
            <a:srgbClr val="00C9FF"/>
          </a:solidFill>
          <a:ln w="25400" cap="flat" cmpd="sng" algn="ctr">
            <a:solidFill>
              <a:sysClr val="window" lastClr="FFFFFF"/>
            </a:solidFill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lt"/>
              <a:ea typeface="Arial Unicode MS"/>
              <a:cs typeface="+mn-cs"/>
            </a:endParaRPr>
          </a:p>
        </p:txBody>
      </p:sp>
      <p:sp>
        <p:nvSpPr>
          <p:cNvPr id="23" name="직사각형 1">
            <a:extLst>
              <a:ext uri="{FF2B5EF4-FFF2-40B4-BE49-F238E27FC236}">
                <a16:creationId xmlns:a16="http://schemas.microsoft.com/office/drawing/2014/main" id="{22464A7C-9C47-473B-BC94-D68C1B9573B4}"/>
              </a:ext>
            </a:extLst>
          </p:cNvPr>
          <p:cNvSpPr/>
          <p:nvPr/>
        </p:nvSpPr>
        <p:spPr>
          <a:xfrm>
            <a:off x="471187" y="1532282"/>
            <a:ext cx="386800" cy="312697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okia Pure Text" panose="020B0504040602060303" pitchFamily="34" charset="0"/>
                <a:ea typeface="Nokia Pure Text" panose="020B0504040602060303" pitchFamily="34" charset="0"/>
                <a:cs typeface="Nokia Pure Text" panose="020B0504040602060303" pitchFamily="34" charset="0"/>
              </a:rPr>
              <a:t>03</a:t>
            </a:r>
            <a:endParaRPr kumimoji="0" lang="ko-KR" altLang="en-US" sz="100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okia Pure Text" panose="020B0504040602060303" pitchFamily="34" charset="0"/>
              <a:ea typeface="Arial Unicode MS"/>
              <a:cs typeface="Nokia Pure Text" panose="020B0504040602060303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FE7A495-7134-461A-8877-074195A6E629}"/>
              </a:ext>
            </a:extLst>
          </p:cNvPr>
          <p:cNvSpPr txBox="1"/>
          <p:nvPr/>
        </p:nvSpPr>
        <p:spPr>
          <a:xfrm>
            <a:off x="1031872" y="1557481"/>
            <a:ext cx="2971500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defTabSz="914400" fontAlgn="auto" latinLnBrk="1">
              <a:spcBef>
                <a:spcPts val="0"/>
              </a:spcBef>
              <a:spcAft>
                <a:spcPts val="0"/>
              </a:spcAft>
            </a:pPr>
            <a:r>
              <a:rPr lang="en-IN" altLang="ko-KR" sz="1000" dirty="0">
                <a:solidFill>
                  <a:srgbClr val="0070C0"/>
                </a:solidFill>
                <a:ea typeface="Arial Unicode MS"/>
                <a:cs typeface="Arial" pitchFamily="34" charset="0"/>
              </a:rPr>
              <a:t>Agile Software Development - core values</a:t>
            </a:r>
            <a:endParaRPr lang="en-US" altLang="ko-KR" sz="1000" dirty="0">
              <a:solidFill>
                <a:srgbClr val="0070C0"/>
              </a:solidFill>
              <a:ea typeface="Arial Unicode MS"/>
              <a:cs typeface="Arial" pitchFamily="34" charset="0"/>
            </a:endParaRP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20FACB90-0680-4721-B40E-84FD833C8A4D}"/>
              </a:ext>
            </a:extLst>
          </p:cNvPr>
          <p:cNvSpPr/>
          <p:nvPr/>
        </p:nvSpPr>
        <p:spPr>
          <a:xfrm>
            <a:off x="477093" y="1861226"/>
            <a:ext cx="377954" cy="365232"/>
          </a:xfrm>
          <a:prstGeom prst="ellipse">
            <a:avLst/>
          </a:prstGeom>
          <a:solidFill>
            <a:srgbClr val="00C9FF"/>
          </a:solidFill>
          <a:ln w="25400" cap="flat" cmpd="sng" algn="ctr">
            <a:solidFill>
              <a:sysClr val="window" lastClr="FFFFFF"/>
            </a:solidFill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lt"/>
              <a:ea typeface="Arial Unicode MS"/>
              <a:cs typeface="+mn-cs"/>
            </a:endParaRPr>
          </a:p>
        </p:txBody>
      </p:sp>
      <p:sp>
        <p:nvSpPr>
          <p:cNvPr id="26" name="직사각형 1">
            <a:extLst>
              <a:ext uri="{FF2B5EF4-FFF2-40B4-BE49-F238E27FC236}">
                <a16:creationId xmlns:a16="http://schemas.microsoft.com/office/drawing/2014/main" id="{1792937F-97F7-4BC6-8859-DFA8B2B5E2B8}"/>
              </a:ext>
            </a:extLst>
          </p:cNvPr>
          <p:cNvSpPr/>
          <p:nvPr/>
        </p:nvSpPr>
        <p:spPr>
          <a:xfrm>
            <a:off x="471187" y="1897514"/>
            <a:ext cx="386800" cy="312697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okia Pure Text" panose="020B0504040602060303" pitchFamily="34" charset="0"/>
                <a:ea typeface="Nokia Pure Text" panose="020B0504040602060303" pitchFamily="34" charset="0"/>
                <a:cs typeface="Nokia Pure Text" panose="020B0504040602060303" pitchFamily="34" charset="0"/>
              </a:rPr>
              <a:t>04</a:t>
            </a:r>
            <a:endParaRPr kumimoji="0" lang="ko-KR" altLang="en-US" sz="100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okia Pure Text" panose="020B0504040602060303" pitchFamily="34" charset="0"/>
              <a:ea typeface="Arial Unicode MS"/>
              <a:cs typeface="Nokia Pure Text" panose="020B0504040602060303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123C53B-DED2-4677-9B6E-5C5F03253E3D}"/>
              </a:ext>
            </a:extLst>
          </p:cNvPr>
          <p:cNvSpPr txBox="1"/>
          <p:nvPr/>
        </p:nvSpPr>
        <p:spPr>
          <a:xfrm>
            <a:off x="1031872" y="1922713"/>
            <a:ext cx="2971500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defTabSz="914400" fontAlgn="auto" latinLnBrk="1">
              <a:spcBef>
                <a:spcPts val="0"/>
              </a:spcBef>
              <a:spcAft>
                <a:spcPts val="0"/>
              </a:spcAft>
            </a:pPr>
            <a:r>
              <a:rPr lang="en-IN" altLang="ko-KR" sz="1000" dirty="0">
                <a:solidFill>
                  <a:srgbClr val="0070C0"/>
                </a:solidFill>
                <a:ea typeface="Arial Unicode MS"/>
                <a:cs typeface="Arial" pitchFamily="34" charset="0"/>
              </a:rPr>
              <a:t>Agile Software Development - principles</a:t>
            </a:r>
            <a:endParaRPr lang="en-US" altLang="ko-KR" sz="1000" dirty="0">
              <a:solidFill>
                <a:srgbClr val="0070C0"/>
              </a:solidFill>
              <a:ea typeface="Arial Unicode MS"/>
              <a:cs typeface="Arial" pitchFamily="34" charset="0"/>
            </a:endParaRP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66E56018-D2A3-4B5B-AB26-F91E426167A3}"/>
              </a:ext>
            </a:extLst>
          </p:cNvPr>
          <p:cNvSpPr/>
          <p:nvPr/>
        </p:nvSpPr>
        <p:spPr>
          <a:xfrm>
            <a:off x="477093" y="2242705"/>
            <a:ext cx="377954" cy="365232"/>
          </a:xfrm>
          <a:prstGeom prst="ellipse">
            <a:avLst/>
          </a:prstGeom>
          <a:solidFill>
            <a:srgbClr val="00C9FF"/>
          </a:solidFill>
          <a:ln w="25400" cap="flat" cmpd="sng" algn="ctr">
            <a:solidFill>
              <a:sysClr val="window" lastClr="FFFFFF"/>
            </a:solidFill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lt"/>
              <a:ea typeface="Arial Unicode MS"/>
              <a:cs typeface="+mn-cs"/>
            </a:endParaRPr>
          </a:p>
        </p:txBody>
      </p:sp>
      <p:sp>
        <p:nvSpPr>
          <p:cNvPr id="29" name="직사각형 1">
            <a:extLst>
              <a:ext uri="{FF2B5EF4-FFF2-40B4-BE49-F238E27FC236}">
                <a16:creationId xmlns:a16="http://schemas.microsoft.com/office/drawing/2014/main" id="{B2B62ECA-586F-465B-B0E6-879ED700421F}"/>
              </a:ext>
            </a:extLst>
          </p:cNvPr>
          <p:cNvSpPr/>
          <p:nvPr/>
        </p:nvSpPr>
        <p:spPr>
          <a:xfrm>
            <a:off x="471187" y="2278993"/>
            <a:ext cx="386800" cy="312697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okia Pure Text" panose="020B0504040602060303" pitchFamily="34" charset="0"/>
                <a:ea typeface="Nokia Pure Text" panose="020B0504040602060303" pitchFamily="34" charset="0"/>
                <a:cs typeface="Nokia Pure Text" panose="020B0504040602060303" pitchFamily="34" charset="0"/>
              </a:rPr>
              <a:t>05</a:t>
            </a:r>
            <a:endParaRPr kumimoji="0" lang="ko-KR" altLang="en-US" sz="100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okia Pure Text" panose="020B0504040602060303" pitchFamily="34" charset="0"/>
              <a:ea typeface="Arial Unicode MS"/>
              <a:cs typeface="Nokia Pure Text" panose="020B0504040602060303" pitchFamily="34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26AB1F9-20DB-4D37-B872-A0DDDCB50B5F}"/>
              </a:ext>
            </a:extLst>
          </p:cNvPr>
          <p:cNvSpPr txBox="1"/>
          <p:nvPr/>
        </p:nvSpPr>
        <p:spPr>
          <a:xfrm>
            <a:off x="1031872" y="2304192"/>
            <a:ext cx="2971500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defTabSz="914400" fontAlgn="auto" latinLnBrk="1">
              <a:spcBef>
                <a:spcPts val="0"/>
              </a:spcBef>
              <a:spcAft>
                <a:spcPts val="0"/>
              </a:spcAft>
            </a:pPr>
            <a:r>
              <a:rPr lang="en-IN" altLang="ko-KR" sz="1000" dirty="0">
                <a:solidFill>
                  <a:srgbClr val="0070C0"/>
                </a:solidFill>
                <a:ea typeface="Arial Unicode MS"/>
                <a:cs typeface="Arial" pitchFamily="34" charset="0"/>
              </a:rPr>
              <a:t>Agile - summary</a:t>
            </a:r>
            <a:endParaRPr lang="en-US" altLang="ko-KR" sz="1000" dirty="0">
              <a:solidFill>
                <a:srgbClr val="0070C0"/>
              </a:solidFill>
              <a:ea typeface="Arial Unicode MS"/>
              <a:cs typeface="Arial" pitchFamily="34" charset="0"/>
            </a:endParaRPr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3AAD0D1C-63DD-407C-912D-A2820DC6E9DC}"/>
              </a:ext>
            </a:extLst>
          </p:cNvPr>
          <p:cNvSpPr/>
          <p:nvPr/>
        </p:nvSpPr>
        <p:spPr>
          <a:xfrm>
            <a:off x="481894" y="2626651"/>
            <a:ext cx="377954" cy="365232"/>
          </a:xfrm>
          <a:prstGeom prst="ellipse">
            <a:avLst/>
          </a:prstGeom>
          <a:solidFill>
            <a:srgbClr val="00C9FF"/>
          </a:solidFill>
          <a:ln w="25400" cap="flat" cmpd="sng" algn="ctr">
            <a:solidFill>
              <a:sysClr val="window" lastClr="FFFFFF"/>
            </a:solidFill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lt"/>
              <a:ea typeface="Arial Unicode MS"/>
              <a:cs typeface="+mn-cs"/>
            </a:endParaRPr>
          </a:p>
        </p:txBody>
      </p:sp>
      <p:sp>
        <p:nvSpPr>
          <p:cNvPr id="56" name="직사각형 1">
            <a:extLst>
              <a:ext uri="{FF2B5EF4-FFF2-40B4-BE49-F238E27FC236}">
                <a16:creationId xmlns:a16="http://schemas.microsoft.com/office/drawing/2014/main" id="{95247BC2-E0C3-4145-A4AD-E618D6BADD6F}"/>
              </a:ext>
            </a:extLst>
          </p:cNvPr>
          <p:cNvSpPr/>
          <p:nvPr/>
        </p:nvSpPr>
        <p:spPr>
          <a:xfrm>
            <a:off x="475988" y="2662939"/>
            <a:ext cx="386800" cy="312697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okia Pure Text" panose="020B0504040602060303" pitchFamily="34" charset="0"/>
                <a:ea typeface="Nokia Pure Text" panose="020B0504040602060303" pitchFamily="34" charset="0"/>
                <a:cs typeface="Nokia Pure Text" panose="020B0504040602060303" pitchFamily="34" charset="0"/>
              </a:rPr>
              <a:t>06</a:t>
            </a:r>
            <a:endParaRPr kumimoji="0" lang="ko-KR" altLang="en-US" sz="100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okia Pure Text" panose="020B0504040602060303" pitchFamily="34" charset="0"/>
              <a:ea typeface="Arial Unicode MS"/>
              <a:cs typeface="Nokia Pure Text" panose="020B0504040602060303" pitchFamily="34" charset="0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75E642B1-3A5B-4CF3-BCB4-1C17CEC396C8}"/>
              </a:ext>
            </a:extLst>
          </p:cNvPr>
          <p:cNvSpPr txBox="1"/>
          <p:nvPr/>
        </p:nvSpPr>
        <p:spPr>
          <a:xfrm>
            <a:off x="1036673" y="2688138"/>
            <a:ext cx="2971500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defTabSz="914400" fontAlgn="auto" latinLnBrk="1">
              <a:spcBef>
                <a:spcPts val="0"/>
              </a:spcBef>
              <a:spcAft>
                <a:spcPts val="0"/>
              </a:spcAft>
            </a:pPr>
            <a:r>
              <a:rPr lang="en-IN" altLang="ko-KR" sz="1000" dirty="0">
                <a:solidFill>
                  <a:srgbClr val="0070C0"/>
                </a:solidFill>
                <a:ea typeface="Arial Unicode MS"/>
                <a:cs typeface="Arial" pitchFamily="34" charset="0"/>
              </a:rPr>
              <a:t>Scrum - overview</a:t>
            </a:r>
            <a:endParaRPr lang="en-US" altLang="ko-KR" sz="1000" dirty="0">
              <a:solidFill>
                <a:srgbClr val="0070C0"/>
              </a:solidFill>
              <a:ea typeface="Arial Unicode MS"/>
              <a:cs typeface="Arial" pitchFamily="34" charset="0"/>
            </a:endParaRPr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D3E3A095-7E48-430D-BD58-0F2AE80C3202}"/>
              </a:ext>
            </a:extLst>
          </p:cNvPr>
          <p:cNvSpPr/>
          <p:nvPr/>
        </p:nvSpPr>
        <p:spPr>
          <a:xfrm>
            <a:off x="489916" y="3000436"/>
            <a:ext cx="377954" cy="365232"/>
          </a:xfrm>
          <a:prstGeom prst="ellipse">
            <a:avLst/>
          </a:prstGeom>
          <a:solidFill>
            <a:srgbClr val="00C9FF"/>
          </a:solidFill>
          <a:ln w="25400" cap="flat" cmpd="sng" algn="ctr">
            <a:solidFill>
              <a:sysClr val="window" lastClr="FFFFFF"/>
            </a:solidFill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lt"/>
              <a:ea typeface="Arial Unicode MS"/>
              <a:cs typeface="+mn-cs"/>
            </a:endParaRPr>
          </a:p>
        </p:txBody>
      </p:sp>
      <p:sp>
        <p:nvSpPr>
          <p:cNvPr id="59" name="직사각형 1">
            <a:extLst>
              <a:ext uri="{FF2B5EF4-FFF2-40B4-BE49-F238E27FC236}">
                <a16:creationId xmlns:a16="http://schemas.microsoft.com/office/drawing/2014/main" id="{BA74C209-7C61-47FE-AD5B-730716E3F1C2}"/>
              </a:ext>
            </a:extLst>
          </p:cNvPr>
          <p:cNvSpPr/>
          <p:nvPr/>
        </p:nvSpPr>
        <p:spPr>
          <a:xfrm>
            <a:off x="484010" y="3036724"/>
            <a:ext cx="386800" cy="312697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okia Pure Text" panose="020B0504040602060303" pitchFamily="34" charset="0"/>
                <a:ea typeface="Nokia Pure Text" panose="020B0504040602060303" pitchFamily="34" charset="0"/>
                <a:cs typeface="Nokia Pure Text" panose="020B0504040602060303" pitchFamily="34" charset="0"/>
              </a:rPr>
              <a:t>07</a:t>
            </a:r>
            <a:endParaRPr kumimoji="0" lang="ko-KR" altLang="en-US" sz="100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okia Pure Text" panose="020B0504040602060303" pitchFamily="34" charset="0"/>
              <a:ea typeface="Arial Unicode MS"/>
              <a:cs typeface="Nokia Pure Text" panose="020B0504040602060303" pitchFamily="34" charset="0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0710959-4527-428F-808D-094093F54905}"/>
              </a:ext>
            </a:extLst>
          </p:cNvPr>
          <p:cNvSpPr txBox="1"/>
          <p:nvPr/>
        </p:nvSpPr>
        <p:spPr>
          <a:xfrm>
            <a:off x="1049508" y="3052297"/>
            <a:ext cx="2971500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defTabSz="914400" fontAlgn="auto" latinLnBrk="1">
              <a:spcBef>
                <a:spcPts val="0"/>
              </a:spcBef>
              <a:spcAft>
                <a:spcPts val="0"/>
              </a:spcAft>
            </a:pPr>
            <a:r>
              <a:rPr lang="en-IN" altLang="ko-KR" sz="1000" dirty="0">
                <a:solidFill>
                  <a:srgbClr val="0070C0"/>
                </a:solidFill>
                <a:latin typeface="+mn-lt"/>
                <a:ea typeface="Arial Unicode MS"/>
                <a:cs typeface="Arial" pitchFamily="34" charset="0"/>
              </a:rPr>
              <a:t>Scrum - roles</a:t>
            </a:r>
            <a:endParaRPr lang="en-US" altLang="ko-KR" sz="1000" dirty="0">
              <a:solidFill>
                <a:srgbClr val="0070C0"/>
              </a:solidFill>
              <a:latin typeface="+mn-lt"/>
              <a:ea typeface="Arial Unicode MS"/>
              <a:cs typeface="Arial" pitchFamily="34" charset="0"/>
            </a:endParaRPr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64904BAF-D28F-4D12-BC82-BCBF26789018}"/>
              </a:ext>
            </a:extLst>
          </p:cNvPr>
          <p:cNvSpPr/>
          <p:nvPr/>
        </p:nvSpPr>
        <p:spPr>
          <a:xfrm>
            <a:off x="504355" y="3385780"/>
            <a:ext cx="377954" cy="365232"/>
          </a:xfrm>
          <a:prstGeom prst="ellipse">
            <a:avLst/>
          </a:prstGeom>
          <a:solidFill>
            <a:srgbClr val="00C9FF"/>
          </a:solidFill>
          <a:ln w="25400" cap="flat" cmpd="sng" algn="ctr">
            <a:solidFill>
              <a:sysClr val="window" lastClr="FFFFFF"/>
            </a:solidFill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lt"/>
              <a:ea typeface="Arial Unicode MS"/>
              <a:cs typeface="+mn-cs"/>
            </a:endParaRPr>
          </a:p>
        </p:txBody>
      </p:sp>
      <p:sp>
        <p:nvSpPr>
          <p:cNvPr id="62" name="직사각형 1">
            <a:extLst>
              <a:ext uri="{FF2B5EF4-FFF2-40B4-BE49-F238E27FC236}">
                <a16:creationId xmlns:a16="http://schemas.microsoft.com/office/drawing/2014/main" id="{49AFF8BB-743C-4EAB-AA2F-EE274C40C2CB}"/>
              </a:ext>
            </a:extLst>
          </p:cNvPr>
          <p:cNvSpPr/>
          <p:nvPr/>
        </p:nvSpPr>
        <p:spPr>
          <a:xfrm>
            <a:off x="498449" y="3422068"/>
            <a:ext cx="386800" cy="312697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okia Pure Text" panose="020B0504040602060303" pitchFamily="34" charset="0"/>
                <a:ea typeface="Nokia Pure Text" panose="020B0504040602060303" pitchFamily="34" charset="0"/>
                <a:cs typeface="Nokia Pure Text" panose="020B0504040602060303" pitchFamily="34" charset="0"/>
              </a:rPr>
              <a:t>08</a:t>
            </a:r>
            <a:endParaRPr kumimoji="0" lang="ko-KR" altLang="en-US" sz="100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okia Pure Text" panose="020B0504040602060303" pitchFamily="34" charset="0"/>
              <a:ea typeface="Arial Unicode MS"/>
              <a:cs typeface="Nokia Pure Text" panose="020B0504040602060303" pitchFamily="34" charset="0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505F864-E719-41A0-A61B-5B48CD2E88CE}"/>
              </a:ext>
            </a:extLst>
          </p:cNvPr>
          <p:cNvSpPr txBox="1"/>
          <p:nvPr/>
        </p:nvSpPr>
        <p:spPr>
          <a:xfrm>
            <a:off x="1059134" y="3447267"/>
            <a:ext cx="2971500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defTabSz="914400" fontAlgn="auto" latinLnBrk="1">
              <a:spcBef>
                <a:spcPts val="0"/>
              </a:spcBef>
              <a:spcAft>
                <a:spcPts val="0"/>
              </a:spcAft>
            </a:pPr>
            <a:r>
              <a:rPr lang="en-IN" altLang="ko-KR" sz="1000" dirty="0">
                <a:solidFill>
                  <a:srgbClr val="0070C0"/>
                </a:solidFill>
                <a:latin typeface="+mn-lt"/>
                <a:ea typeface="Arial Unicode MS"/>
                <a:cs typeface="Arial" pitchFamily="34" charset="0"/>
              </a:rPr>
              <a:t>Scrum - events</a:t>
            </a:r>
            <a:endParaRPr lang="en-US" altLang="ko-KR" sz="1000" dirty="0">
              <a:solidFill>
                <a:srgbClr val="0070C0"/>
              </a:solidFill>
              <a:latin typeface="+mn-lt"/>
              <a:ea typeface="Arial Unicode MS"/>
              <a:cs typeface="Arial" pitchFamily="34" charset="0"/>
            </a:endParaRPr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397F99D7-D8BE-4B8A-BFAA-E3D6FFA8568A}"/>
              </a:ext>
            </a:extLst>
          </p:cNvPr>
          <p:cNvSpPr/>
          <p:nvPr/>
        </p:nvSpPr>
        <p:spPr>
          <a:xfrm>
            <a:off x="504355" y="3751012"/>
            <a:ext cx="377954" cy="365232"/>
          </a:xfrm>
          <a:prstGeom prst="ellipse">
            <a:avLst/>
          </a:prstGeom>
          <a:solidFill>
            <a:srgbClr val="00C9FF"/>
          </a:solidFill>
          <a:ln w="25400" cap="flat" cmpd="sng" algn="ctr">
            <a:solidFill>
              <a:sysClr val="window" lastClr="FFFFFF"/>
            </a:solidFill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lt"/>
              <a:ea typeface="Arial Unicode MS"/>
              <a:cs typeface="+mn-cs"/>
            </a:endParaRPr>
          </a:p>
        </p:txBody>
      </p:sp>
      <p:sp>
        <p:nvSpPr>
          <p:cNvPr id="65" name="직사각형 1">
            <a:extLst>
              <a:ext uri="{FF2B5EF4-FFF2-40B4-BE49-F238E27FC236}">
                <a16:creationId xmlns:a16="http://schemas.microsoft.com/office/drawing/2014/main" id="{512C0107-F525-45C5-B554-084DF0EC2AA2}"/>
              </a:ext>
            </a:extLst>
          </p:cNvPr>
          <p:cNvSpPr/>
          <p:nvPr/>
        </p:nvSpPr>
        <p:spPr>
          <a:xfrm>
            <a:off x="498449" y="3787300"/>
            <a:ext cx="386800" cy="312697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okia Pure Text" panose="020B0504040602060303" pitchFamily="34" charset="0"/>
                <a:ea typeface="Nokia Pure Text" panose="020B0504040602060303" pitchFamily="34" charset="0"/>
                <a:cs typeface="Nokia Pure Text" panose="020B0504040602060303" pitchFamily="34" charset="0"/>
              </a:rPr>
              <a:t>09</a:t>
            </a:r>
            <a:endParaRPr kumimoji="0" lang="ko-KR" altLang="en-US" sz="100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okia Pure Text" panose="020B0504040602060303" pitchFamily="34" charset="0"/>
              <a:ea typeface="Arial Unicode MS"/>
              <a:cs typeface="Nokia Pure Text" panose="020B0504040602060303" pitchFamily="34" charset="0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EE8EEB3-8F95-4509-BDC3-D7AD7AD5B1DD}"/>
              </a:ext>
            </a:extLst>
          </p:cNvPr>
          <p:cNvSpPr txBox="1"/>
          <p:nvPr/>
        </p:nvSpPr>
        <p:spPr>
          <a:xfrm>
            <a:off x="1059134" y="3812499"/>
            <a:ext cx="2971500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defTabSz="914400" fontAlgn="auto" latinLnBrk="1">
              <a:spcBef>
                <a:spcPts val="0"/>
              </a:spcBef>
              <a:spcAft>
                <a:spcPts val="0"/>
              </a:spcAft>
            </a:pPr>
            <a:r>
              <a:rPr lang="en-IN" altLang="ko-KR" sz="1000" dirty="0">
                <a:solidFill>
                  <a:srgbClr val="0070C0"/>
                </a:solidFill>
                <a:latin typeface="+mn-lt"/>
                <a:ea typeface="Arial Unicode MS"/>
                <a:cs typeface="Arial" pitchFamily="34" charset="0"/>
              </a:rPr>
              <a:t>Scrum - </a:t>
            </a:r>
            <a:r>
              <a:rPr lang="en-IN" altLang="ko-KR" sz="1000" dirty="0" err="1">
                <a:solidFill>
                  <a:srgbClr val="0070C0"/>
                </a:solidFill>
                <a:latin typeface="+mn-lt"/>
                <a:ea typeface="Arial Unicode MS"/>
                <a:cs typeface="Arial" pitchFamily="34" charset="0"/>
              </a:rPr>
              <a:t>artifacts</a:t>
            </a:r>
            <a:endParaRPr lang="en-US" altLang="ko-KR" sz="1000" dirty="0">
              <a:solidFill>
                <a:srgbClr val="0070C0"/>
              </a:solidFill>
              <a:latin typeface="+mn-lt"/>
              <a:ea typeface="Arial Unicode MS"/>
              <a:cs typeface="Arial" pitchFamily="34" charset="0"/>
            </a:endParaRPr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5B26F8F7-11CC-4634-AB78-95CD11C0FBF7}"/>
              </a:ext>
            </a:extLst>
          </p:cNvPr>
          <p:cNvSpPr/>
          <p:nvPr/>
        </p:nvSpPr>
        <p:spPr>
          <a:xfrm>
            <a:off x="504355" y="4132491"/>
            <a:ext cx="377954" cy="365232"/>
          </a:xfrm>
          <a:prstGeom prst="ellipse">
            <a:avLst/>
          </a:prstGeom>
          <a:solidFill>
            <a:srgbClr val="00C9FF"/>
          </a:solidFill>
          <a:ln w="25400" cap="flat" cmpd="sng" algn="ctr">
            <a:solidFill>
              <a:sysClr val="window" lastClr="FFFFFF"/>
            </a:solidFill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lt"/>
              <a:ea typeface="Arial Unicode MS"/>
              <a:cs typeface="+mn-cs"/>
            </a:endParaRPr>
          </a:p>
        </p:txBody>
      </p:sp>
      <p:sp>
        <p:nvSpPr>
          <p:cNvPr id="68" name="직사각형 1">
            <a:extLst>
              <a:ext uri="{FF2B5EF4-FFF2-40B4-BE49-F238E27FC236}">
                <a16:creationId xmlns:a16="http://schemas.microsoft.com/office/drawing/2014/main" id="{2B2F580A-292F-47AA-8860-24ACB46302D2}"/>
              </a:ext>
            </a:extLst>
          </p:cNvPr>
          <p:cNvSpPr/>
          <p:nvPr/>
        </p:nvSpPr>
        <p:spPr>
          <a:xfrm>
            <a:off x="498449" y="4168779"/>
            <a:ext cx="386800" cy="312697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okia Pure Text" panose="020B0504040602060303" pitchFamily="34" charset="0"/>
                <a:ea typeface="Nokia Pure Text" panose="020B0504040602060303" pitchFamily="34" charset="0"/>
                <a:cs typeface="Nokia Pure Text" panose="020B0504040602060303" pitchFamily="34" charset="0"/>
              </a:rPr>
              <a:t>10</a:t>
            </a:r>
            <a:endParaRPr kumimoji="0" lang="ko-KR" altLang="en-US" sz="100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okia Pure Text" panose="020B0504040602060303" pitchFamily="34" charset="0"/>
              <a:ea typeface="Arial Unicode MS"/>
              <a:cs typeface="Nokia Pure Text" panose="020B0504040602060303" pitchFamily="34" charset="0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F26A8483-8FC3-4CFA-89A7-8947A900F0F8}"/>
              </a:ext>
            </a:extLst>
          </p:cNvPr>
          <p:cNvSpPr txBox="1"/>
          <p:nvPr/>
        </p:nvSpPr>
        <p:spPr>
          <a:xfrm>
            <a:off x="1059134" y="4193978"/>
            <a:ext cx="2971500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defTabSz="914400" fontAlgn="auto" latinLnBrk="1">
              <a:spcBef>
                <a:spcPts val="0"/>
              </a:spcBef>
              <a:spcAft>
                <a:spcPts val="0"/>
              </a:spcAft>
            </a:pPr>
            <a:r>
              <a:rPr lang="en-IN" altLang="ko-KR" sz="1000" dirty="0">
                <a:solidFill>
                  <a:srgbClr val="0070C0"/>
                </a:solidFill>
                <a:latin typeface="+mn-lt"/>
                <a:ea typeface="Arial Unicode MS"/>
                <a:cs typeface="Arial" pitchFamily="34" charset="0"/>
              </a:rPr>
              <a:t>Scrum - values</a:t>
            </a:r>
            <a:endParaRPr lang="en-US" altLang="ko-KR" sz="1000" dirty="0">
              <a:solidFill>
                <a:srgbClr val="0070C0"/>
              </a:solidFill>
              <a:latin typeface="+mn-lt"/>
              <a:ea typeface="Arial Unicode MS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8866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EF4F4DB-AC60-481D-ABE8-BB596081A65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GB" dirty="0"/>
              <a:t> 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9F25B3-B54E-4629-ADF2-732F55F3BEC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/>
              <a:t>Software Development overview</a:t>
            </a:r>
          </a:p>
        </p:txBody>
      </p:sp>
      <p:pic>
        <p:nvPicPr>
          <p:cNvPr id="7" name="Picture 6" descr="A picture containing screenshot&#10;&#10;Description automatically generated">
            <a:extLst>
              <a:ext uri="{FF2B5EF4-FFF2-40B4-BE49-F238E27FC236}">
                <a16:creationId xmlns:a16="http://schemas.microsoft.com/office/drawing/2014/main" id="{B3B9F3DD-375D-4CB9-ABD4-092ADACA1F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653" y="708795"/>
            <a:ext cx="7194884" cy="3868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06434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4CD4344-C378-4B30-9A91-CC68486411E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&lt;Document ID: change ID in footer or remove&gt; &lt;Change information classification in footer&gt;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364226-9DFA-49F7-A76B-8D84C405BF4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Waterfall vs. Agile </a:t>
            </a:r>
            <a:endParaRPr lang="en-GB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6D49D71-0865-4BF3-A496-5D1889BB19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2625" y="600075"/>
            <a:ext cx="5238750" cy="3943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64273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85ECE1-AED7-4635-808F-188ECAD9754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History of adopting Agile</a:t>
            </a:r>
            <a:endParaRPr lang="en-GB" dirty="0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1B70759F-46F5-4495-AD3E-5DF9B6E81FF0}"/>
              </a:ext>
            </a:extLst>
          </p:cNvPr>
          <p:cNvSpPr txBox="1">
            <a:spLocks/>
          </p:cNvSpPr>
          <p:nvPr/>
        </p:nvSpPr>
        <p:spPr>
          <a:xfrm>
            <a:off x="2007070" y="3120935"/>
            <a:ext cx="7042974" cy="1428743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lvl="2" indent="-274320">
              <a:lnSpc>
                <a:spcPct val="80000"/>
              </a:lnSpc>
              <a:spcBef>
                <a:spcPts val="75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GB" sz="1000" dirty="0">
                <a:solidFill>
                  <a:srgbClr val="0070C0"/>
                </a:solidFill>
              </a:rPr>
              <a:t>Customers find that the vendor is more responsive to development requests.</a:t>
            </a:r>
            <a:endParaRPr lang="en-US" altLang="en-US" sz="1000" dirty="0">
              <a:solidFill>
                <a:srgbClr val="0070C0"/>
              </a:solidFill>
            </a:endParaRPr>
          </a:p>
          <a:p>
            <a:pPr marL="171450" lvl="2" indent="-274320">
              <a:lnSpc>
                <a:spcPct val="80000"/>
              </a:lnSpc>
              <a:spcBef>
                <a:spcPts val="75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GB" sz="1000" dirty="0">
                <a:solidFill>
                  <a:srgbClr val="0070C0"/>
                </a:solidFill>
              </a:rPr>
              <a:t>Vendors reduce wastage by focusing development effort on high-value features</a:t>
            </a:r>
            <a:endParaRPr lang="en-US" altLang="en-US" sz="1000" dirty="0">
              <a:solidFill>
                <a:srgbClr val="0070C0"/>
              </a:solidFill>
            </a:endParaRPr>
          </a:p>
          <a:p>
            <a:pPr marL="171450" lvl="2" indent="-274320">
              <a:lnSpc>
                <a:spcPct val="80000"/>
              </a:lnSpc>
              <a:spcBef>
                <a:spcPts val="75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GB" sz="1000" dirty="0">
                <a:solidFill>
                  <a:srgbClr val="0070C0"/>
                </a:solidFill>
              </a:rPr>
              <a:t>Team members enjoy development work and like to see their work used and valued</a:t>
            </a:r>
          </a:p>
          <a:p>
            <a:pPr marL="171450" lvl="2" indent="-274320">
              <a:lnSpc>
                <a:spcPct val="80000"/>
              </a:lnSpc>
              <a:spcBef>
                <a:spcPts val="75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GB" sz="1000" dirty="0">
                <a:solidFill>
                  <a:srgbClr val="0070C0"/>
                </a:solidFill>
              </a:rPr>
              <a:t>Product Managers can easily ensure that development work is aligned with customer needs</a:t>
            </a:r>
          </a:p>
          <a:p>
            <a:pPr marL="171450" lvl="2" indent="-274320">
              <a:lnSpc>
                <a:spcPct val="80000"/>
              </a:lnSpc>
              <a:spcBef>
                <a:spcPts val="75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GB" sz="1000" dirty="0">
                <a:solidFill>
                  <a:srgbClr val="0070C0"/>
                </a:solidFill>
              </a:rPr>
              <a:t>Provides high visibility into the state of a development project, on a daily basis</a:t>
            </a:r>
          </a:p>
          <a:p>
            <a:pPr marL="171450" lvl="2" indent="-274320">
              <a:lnSpc>
                <a:spcPct val="80000"/>
              </a:lnSpc>
              <a:spcBef>
                <a:spcPts val="75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GB" sz="1000" dirty="0">
                <a:solidFill>
                  <a:srgbClr val="0070C0"/>
                </a:solidFill>
              </a:rPr>
              <a:t>Enables teams to deliver value faster, with greater quality and predictability, and greater aptitude to respond to     change</a:t>
            </a:r>
            <a:endParaRPr lang="en-US" altLang="en-US" sz="1000" dirty="0">
              <a:solidFill>
                <a:srgbClr val="0070C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6646008-544B-4B1C-8EC1-D630790C2C41}"/>
              </a:ext>
            </a:extLst>
          </p:cNvPr>
          <p:cNvSpPr txBox="1"/>
          <p:nvPr/>
        </p:nvSpPr>
        <p:spPr>
          <a:xfrm>
            <a:off x="481843" y="845096"/>
            <a:ext cx="1067921" cy="300082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</p:spPr>
        <p:txBody>
          <a:bodyPr wrap="none" rtlCol="0">
            <a:spAutoFit/>
          </a:bodyPr>
          <a:lstStyle/>
          <a:p>
            <a:pPr defTabSz="685800"/>
            <a:r>
              <a:rPr lang="en-US" sz="1350">
                <a:solidFill>
                  <a:prstClr val="white"/>
                </a:solidFill>
                <a:latin typeface="Calibri" panose="020F0502020204030204"/>
              </a:rPr>
              <a:t>Since when?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E50E9A3-5E35-470B-8ABB-9BF06C9E9439}"/>
              </a:ext>
            </a:extLst>
          </p:cNvPr>
          <p:cNvCxnSpPr/>
          <p:nvPr/>
        </p:nvCxnSpPr>
        <p:spPr>
          <a:xfrm>
            <a:off x="484709" y="1138187"/>
            <a:ext cx="8158736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3">
            <a:extLst>
              <a:ext uri="{FF2B5EF4-FFF2-40B4-BE49-F238E27FC236}">
                <a16:creationId xmlns:a16="http://schemas.microsoft.com/office/drawing/2014/main" id="{5CBB58C4-9FB7-486F-8504-24E59CEE1CBC}"/>
              </a:ext>
            </a:extLst>
          </p:cNvPr>
          <p:cNvSpPr txBox="1">
            <a:spLocks/>
          </p:cNvSpPr>
          <p:nvPr/>
        </p:nvSpPr>
        <p:spPr>
          <a:xfrm>
            <a:off x="481843" y="1336064"/>
            <a:ext cx="5695291" cy="1157652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lvl="2">
              <a:lnSpc>
                <a:spcPct val="80000"/>
              </a:lnSpc>
              <a:spcBef>
                <a:spcPts val="75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GB" sz="1000" dirty="0">
                <a:solidFill>
                  <a:srgbClr val="0070C0"/>
                </a:solidFill>
              </a:rPr>
              <a:t>February 2001 = Agile ‘Software Development’ Manifesto</a:t>
            </a:r>
          </a:p>
          <a:p>
            <a:pPr marL="171450" lvl="2" algn="just">
              <a:lnSpc>
                <a:spcPct val="80000"/>
              </a:lnSpc>
              <a:spcBef>
                <a:spcPts val="75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GB" sz="1000" dirty="0">
                <a:solidFill>
                  <a:srgbClr val="0070C0"/>
                </a:solidFill>
              </a:rPr>
              <a:t>Agile development refers to any development process that is aligned with the concepts of the </a:t>
            </a:r>
            <a:r>
              <a:rPr lang="en-GB" sz="1000" b="1" dirty="0">
                <a:solidFill>
                  <a:srgbClr val="0070C0"/>
                </a:solidFill>
              </a:rPr>
              <a:t>Agile Manifesto</a:t>
            </a:r>
            <a:r>
              <a:rPr lang="en-GB" sz="1000" dirty="0">
                <a:solidFill>
                  <a:srgbClr val="0070C0"/>
                </a:solidFill>
              </a:rPr>
              <a:t>. The Manifesto was developed by a group fourteen</a:t>
            </a:r>
            <a:r>
              <a:rPr lang="en-GB" dirty="0">
                <a:solidFill>
                  <a:srgbClr val="0070C0"/>
                </a:solidFill>
              </a:rPr>
              <a:t> </a:t>
            </a:r>
            <a:r>
              <a:rPr lang="en-GB" sz="1000" dirty="0">
                <a:solidFill>
                  <a:srgbClr val="0070C0"/>
                </a:solidFill>
              </a:rPr>
              <a:t>leading figures in the software industry, and reflects their experience of what approaches do and do not work for software development. </a:t>
            </a:r>
          </a:p>
          <a:p>
            <a:pPr marL="171450" lvl="2" algn="just">
              <a:lnSpc>
                <a:spcPct val="80000"/>
              </a:lnSpc>
              <a:spcBef>
                <a:spcPts val="75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GB" sz="1000" dirty="0">
                <a:solidFill>
                  <a:srgbClr val="0070C0"/>
                </a:solidFill>
              </a:rPr>
              <a:t>The Agile Manifesto was created as an alternative to document-driven, heavyweight software development processes such as the waterfall approach.</a:t>
            </a:r>
            <a:endParaRPr lang="en-US" altLang="en-US" sz="1000" dirty="0">
              <a:solidFill>
                <a:srgbClr val="0070C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D12D5FA-12A5-47CB-8F9C-80A32D332A65}"/>
              </a:ext>
            </a:extLst>
          </p:cNvPr>
          <p:cNvSpPr txBox="1"/>
          <p:nvPr/>
        </p:nvSpPr>
        <p:spPr>
          <a:xfrm>
            <a:off x="489766" y="2649780"/>
            <a:ext cx="1441357" cy="300082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</p:spPr>
        <p:txBody>
          <a:bodyPr wrap="none" rtlCol="0">
            <a:spAutoFit/>
          </a:bodyPr>
          <a:lstStyle/>
          <a:p>
            <a:pPr defTabSz="685800"/>
            <a:r>
              <a:rPr lang="en-US" sz="1350" dirty="0">
                <a:solidFill>
                  <a:prstClr val="white"/>
                </a:solidFill>
                <a:latin typeface="Calibri" panose="020F0502020204030204"/>
              </a:rPr>
              <a:t>Why to use Agile?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B16A0D5-0E72-42A0-9AA3-53DC7B2542AC}"/>
              </a:ext>
            </a:extLst>
          </p:cNvPr>
          <p:cNvCxnSpPr/>
          <p:nvPr/>
        </p:nvCxnSpPr>
        <p:spPr>
          <a:xfrm>
            <a:off x="492632" y="2942871"/>
            <a:ext cx="8158736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1ADE1ED9-D1C9-41EA-9275-C04CBF3001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693" y="3081296"/>
            <a:ext cx="1428750" cy="1428750"/>
          </a:xfrm>
          <a:prstGeom prst="rect">
            <a:avLst/>
          </a:prstGeom>
        </p:spPr>
      </p:pic>
      <p:pic>
        <p:nvPicPr>
          <p:cNvPr id="12" name="Picture 11" descr="A picture containing text&#10;&#10;Description generated with high confidence">
            <a:extLst>
              <a:ext uri="{FF2B5EF4-FFF2-40B4-BE49-F238E27FC236}">
                <a16:creationId xmlns:a16="http://schemas.microsoft.com/office/drawing/2014/main" id="{30815E9B-B7D0-4F2B-8DF6-E88EEBD73E0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8826" y="1160361"/>
            <a:ext cx="3466032" cy="1755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81516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7B31AE0-1CFE-42A0-8704-F0A00D3701F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Agile Software Development – core values</a:t>
            </a:r>
            <a:endParaRPr lang="en-GB" dirty="0"/>
          </a:p>
        </p:txBody>
      </p:sp>
      <p:pic>
        <p:nvPicPr>
          <p:cNvPr id="6" name="Picture 5" descr="A screenshot of a cell phone&#10;&#10;Description automatically generated">
            <a:extLst>
              <a:ext uri="{FF2B5EF4-FFF2-40B4-BE49-F238E27FC236}">
                <a16:creationId xmlns:a16="http://schemas.microsoft.com/office/drawing/2014/main" id="{CCB94C02-3F9B-46E6-9C9F-A0C6B2E94A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6574" y="745958"/>
            <a:ext cx="6610852" cy="3771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92588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F8F78553-5513-4EE9-A77A-E9B95FC154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Agile Software Development – principles (1)</a:t>
            </a:r>
            <a:endParaRPr lang="en-IN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9A1F0558-D9C6-44D1-A1EC-26170CD3E5F5}"/>
              </a:ext>
            </a:extLst>
          </p:cNvPr>
          <p:cNvGrpSpPr/>
          <p:nvPr/>
        </p:nvGrpSpPr>
        <p:grpSpPr>
          <a:xfrm>
            <a:off x="601096" y="1042610"/>
            <a:ext cx="7868439" cy="3210939"/>
            <a:chOff x="601096" y="1235122"/>
            <a:chExt cx="7868439" cy="3210939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E891D109-A542-40E8-993F-94087AAC815F}"/>
                </a:ext>
              </a:extLst>
            </p:cNvPr>
            <p:cNvGrpSpPr/>
            <p:nvPr/>
          </p:nvGrpSpPr>
          <p:grpSpPr>
            <a:xfrm>
              <a:off x="601096" y="1320111"/>
              <a:ext cx="3142013" cy="2870137"/>
              <a:chOff x="601096" y="1312720"/>
              <a:chExt cx="3142013" cy="2870137"/>
            </a:xfrm>
          </p:grpSpPr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0B1F029C-19A0-4A6C-9313-6F4BC7081210}"/>
                  </a:ext>
                </a:extLst>
              </p:cNvPr>
              <p:cNvGrpSpPr/>
              <p:nvPr/>
            </p:nvGrpSpPr>
            <p:grpSpPr>
              <a:xfrm>
                <a:off x="601096" y="1312720"/>
                <a:ext cx="2984305" cy="697141"/>
                <a:chOff x="601096" y="1312720"/>
                <a:chExt cx="2984305" cy="697141"/>
              </a:xfrm>
            </p:grpSpPr>
            <p:grpSp>
              <p:nvGrpSpPr>
                <p:cNvPr id="5" name="Group 4">
                  <a:extLst>
                    <a:ext uri="{FF2B5EF4-FFF2-40B4-BE49-F238E27FC236}">
                      <a16:creationId xmlns:a16="http://schemas.microsoft.com/office/drawing/2014/main" id="{EE8BBF5F-97F2-4D9C-8D98-577A7B43778B}"/>
                    </a:ext>
                  </a:extLst>
                </p:cNvPr>
                <p:cNvGrpSpPr/>
                <p:nvPr/>
              </p:nvGrpSpPr>
              <p:grpSpPr>
                <a:xfrm>
                  <a:off x="601096" y="1350175"/>
                  <a:ext cx="642872" cy="576064"/>
                  <a:chOff x="618955" y="1434375"/>
                  <a:chExt cx="642872" cy="576064"/>
                </a:xfrm>
              </p:grpSpPr>
              <p:sp>
                <p:nvSpPr>
                  <p:cNvPr id="43" name="Oval 42">
                    <a:extLst>
                      <a:ext uri="{FF2B5EF4-FFF2-40B4-BE49-F238E27FC236}">
                        <a16:creationId xmlns:a16="http://schemas.microsoft.com/office/drawing/2014/main" id="{FCF91E65-4830-48A2-ACFF-1F94DD276803}"/>
                      </a:ext>
                    </a:extLst>
                  </p:cNvPr>
                  <p:cNvSpPr/>
                  <p:nvPr/>
                </p:nvSpPr>
                <p:spPr>
                  <a:xfrm>
                    <a:off x="652359" y="1434375"/>
                    <a:ext cx="576064" cy="576064"/>
                  </a:xfrm>
                  <a:prstGeom prst="ellipse">
                    <a:avLst/>
                  </a:prstGeom>
                  <a:solidFill>
                    <a:schemeClr val="tx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>
                    <a:defPPr>
                      <a:defRPr lang="ko-KR"/>
                    </a:defPPr>
                    <a:lvl1pPr marL="0" algn="l" defTabSz="914400" rtl="0" eaLnBrk="1" latinLnBrk="1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1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1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1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1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1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1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1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1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dirty="0">
                      <a:solidFill>
                        <a:schemeClr val="tx2"/>
                      </a:solidFill>
                    </a:endParaRPr>
                  </a:p>
                </p:txBody>
              </p:sp>
              <p:sp>
                <p:nvSpPr>
                  <p:cNvPr id="56" name="TextBox 32">
                    <a:extLst>
                      <a:ext uri="{FF2B5EF4-FFF2-40B4-BE49-F238E27FC236}">
                        <a16:creationId xmlns:a16="http://schemas.microsoft.com/office/drawing/2014/main" id="{33F3D98C-BB6B-4035-A2A9-5CD59C42B490}"/>
                      </a:ext>
                    </a:extLst>
                  </p:cNvPr>
                  <p:cNvSpPr txBox="1"/>
                  <p:nvPr/>
                </p:nvSpPr>
                <p:spPr>
                  <a:xfrm>
                    <a:off x="618955" y="1491575"/>
                    <a:ext cx="642872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>
                    <a:defPPr>
                      <a:defRPr lang="ko-KR"/>
                    </a:defPPr>
                    <a:lvl1pPr marL="0" algn="l" defTabSz="914400" rtl="0" eaLnBrk="1" latinLnBrk="1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1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1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1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1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1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1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1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1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r>
                      <a:rPr lang="en-US" altLang="ko-KR" sz="2400" dirty="0">
                        <a:solidFill>
                          <a:schemeClr val="bg1"/>
                        </a:solidFill>
                        <a:cs typeface="Arial" pitchFamily="34" charset="0"/>
                      </a:rPr>
                      <a:t>01</a:t>
                    </a:r>
                    <a:endParaRPr lang="ko-KR" altLang="en-US" sz="2400" dirty="0">
                      <a:solidFill>
                        <a:schemeClr val="bg1"/>
                      </a:solidFill>
                      <a:cs typeface="Arial" pitchFamily="34" charset="0"/>
                    </a:endParaRPr>
                  </a:p>
                </p:txBody>
              </p:sp>
            </p:grpSp>
            <p:grpSp>
              <p:nvGrpSpPr>
                <p:cNvPr id="4" name="Group 3">
                  <a:extLst>
                    <a:ext uri="{FF2B5EF4-FFF2-40B4-BE49-F238E27FC236}">
                      <a16:creationId xmlns:a16="http://schemas.microsoft.com/office/drawing/2014/main" id="{5A2074D2-B1CA-4A3E-82FB-F7686F1AA522}"/>
                    </a:ext>
                  </a:extLst>
                </p:cNvPr>
                <p:cNvGrpSpPr/>
                <p:nvPr/>
              </p:nvGrpSpPr>
              <p:grpSpPr>
                <a:xfrm>
                  <a:off x="1407110" y="1312720"/>
                  <a:ext cx="2178291" cy="697141"/>
                  <a:chOff x="1015198" y="1585205"/>
                  <a:chExt cx="2178291" cy="697141"/>
                </a:xfrm>
              </p:grpSpPr>
              <p:sp>
                <p:nvSpPr>
                  <p:cNvPr id="36" name="Rectangle 35">
                    <a:extLst>
                      <a:ext uri="{FF2B5EF4-FFF2-40B4-BE49-F238E27FC236}">
                        <a16:creationId xmlns:a16="http://schemas.microsoft.com/office/drawing/2014/main" id="{B9E9CB9B-E6EE-4AF7-9BA0-0E39E94D2CB9}"/>
                      </a:ext>
                    </a:extLst>
                  </p:cNvPr>
                  <p:cNvSpPr/>
                  <p:nvPr/>
                </p:nvSpPr>
                <p:spPr>
                  <a:xfrm>
                    <a:off x="1015199" y="1585205"/>
                    <a:ext cx="2033224" cy="215444"/>
                  </a:xfrm>
                  <a:prstGeom prst="rect">
                    <a:avLst/>
                  </a:prstGeom>
                </p:spPr>
                <p:txBody>
                  <a:bodyPr wrap="square" lIns="0" tIns="0" rIns="0" bIns="0">
                    <a:spAutoFit/>
                  </a:bodyPr>
                  <a:lstStyle/>
                  <a:p>
                    <a:r>
                      <a:rPr lang="en-IN" sz="1400" dirty="0">
                        <a:latin typeface="Nokia Pure Text" panose="020B0504040602060303" pitchFamily="34" charset="0"/>
                        <a:ea typeface="Nokia Pure Text" panose="020B0504040602060303" pitchFamily="34" charset="0"/>
                        <a:cs typeface="Nokia Pure Text" panose="020B0504040602060303" pitchFamily="34" charset="0"/>
                      </a:rPr>
                      <a:t>Satisfy the customer</a:t>
                    </a:r>
                  </a:p>
                </p:txBody>
              </p:sp>
              <p:sp>
                <p:nvSpPr>
                  <p:cNvPr id="37" name="Rectangle 36">
                    <a:extLst>
                      <a:ext uri="{FF2B5EF4-FFF2-40B4-BE49-F238E27FC236}">
                        <a16:creationId xmlns:a16="http://schemas.microsoft.com/office/drawing/2014/main" id="{F9C62D03-399C-4556-993B-63D6D0C20A56}"/>
                      </a:ext>
                    </a:extLst>
                  </p:cNvPr>
                  <p:cNvSpPr/>
                  <p:nvPr/>
                </p:nvSpPr>
                <p:spPr>
                  <a:xfrm>
                    <a:off x="1015198" y="1866848"/>
                    <a:ext cx="2178291" cy="415498"/>
                  </a:xfrm>
                  <a:prstGeom prst="rect">
                    <a:avLst/>
                  </a:prstGeom>
                </p:spPr>
                <p:txBody>
                  <a:bodyPr wrap="square" lIns="0" tIns="0" rIns="0" bIns="0">
                    <a:spAutoFit/>
                  </a:bodyPr>
                  <a:lstStyle/>
                  <a:p>
                    <a:pPr algn="just"/>
                    <a:r>
                      <a:rPr lang="en-GB" sz="900" dirty="0">
                        <a:solidFill>
                          <a:srgbClr val="0070C0"/>
                        </a:solidFill>
                      </a:rPr>
                      <a:t>Our highest priority is to satisfy the customer through early and continuous delivery of valuable software.</a:t>
                    </a:r>
                  </a:p>
                </p:txBody>
              </p:sp>
            </p:grpSp>
          </p:grpSp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E28753D2-0715-459D-9F47-EFEC0649D39A}"/>
                  </a:ext>
                </a:extLst>
              </p:cNvPr>
              <p:cNvGrpSpPr/>
              <p:nvPr/>
            </p:nvGrpSpPr>
            <p:grpSpPr>
              <a:xfrm>
                <a:off x="601096" y="2441029"/>
                <a:ext cx="2839239" cy="613519"/>
                <a:chOff x="601096" y="2321876"/>
                <a:chExt cx="2839239" cy="613519"/>
              </a:xfrm>
            </p:grpSpPr>
            <p:grpSp>
              <p:nvGrpSpPr>
                <p:cNvPr id="7" name="Group 6">
                  <a:extLst>
                    <a:ext uri="{FF2B5EF4-FFF2-40B4-BE49-F238E27FC236}">
                      <a16:creationId xmlns:a16="http://schemas.microsoft.com/office/drawing/2014/main" id="{35676B3C-290F-48EB-9E04-DBAB8F69CEC3}"/>
                    </a:ext>
                  </a:extLst>
                </p:cNvPr>
                <p:cNvGrpSpPr/>
                <p:nvPr/>
              </p:nvGrpSpPr>
              <p:grpSpPr>
                <a:xfrm>
                  <a:off x="601096" y="2359331"/>
                  <a:ext cx="642872" cy="576064"/>
                  <a:chOff x="583237" y="2442487"/>
                  <a:chExt cx="642872" cy="576064"/>
                </a:xfrm>
              </p:grpSpPr>
              <p:sp>
                <p:nvSpPr>
                  <p:cNvPr id="44" name="Oval 43">
                    <a:extLst>
                      <a:ext uri="{FF2B5EF4-FFF2-40B4-BE49-F238E27FC236}">
                        <a16:creationId xmlns:a16="http://schemas.microsoft.com/office/drawing/2014/main" id="{1CD0F801-9880-4722-8D77-4A3585AA727E}"/>
                      </a:ext>
                    </a:extLst>
                  </p:cNvPr>
                  <p:cNvSpPr/>
                  <p:nvPr/>
                </p:nvSpPr>
                <p:spPr>
                  <a:xfrm>
                    <a:off x="616641" y="2442487"/>
                    <a:ext cx="576064" cy="576064"/>
                  </a:xfrm>
                  <a:prstGeom prst="ellipse">
                    <a:avLst/>
                  </a:prstGeom>
                  <a:solidFill>
                    <a:schemeClr val="tx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>
                    <a:defPPr>
                      <a:defRPr lang="ko-KR"/>
                    </a:defPPr>
                    <a:lvl1pPr marL="0" algn="l" defTabSz="914400" rtl="0" eaLnBrk="1" latinLnBrk="1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1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1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1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1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1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1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1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1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dirty="0">
                      <a:solidFill>
                        <a:schemeClr val="tx2"/>
                      </a:solidFill>
                    </a:endParaRPr>
                  </a:p>
                </p:txBody>
              </p:sp>
              <p:sp>
                <p:nvSpPr>
                  <p:cNvPr id="57" name="TextBox 33">
                    <a:extLst>
                      <a:ext uri="{FF2B5EF4-FFF2-40B4-BE49-F238E27FC236}">
                        <a16:creationId xmlns:a16="http://schemas.microsoft.com/office/drawing/2014/main" id="{2601A7A2-2A3C-447B-80A5-3630F45033EB}"/>
                      </a:ext>
                    </a:extLst>
                  </p:cNvPr>
                  <p:cNvSpPr txBox="1"/>
                  <p:nvPr/>
                </p:nvSpPr>
                <p:spPr>
                  <a:xfrm>
                    <a:off x="583237" y="2499687"/>
                    <a:ext cx="642872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>
                    <a:defPPr>
                      <a:defRPr lang="ko-KR"/>
                    </a:defPPr>
                    <a:lvl1pPr marL="0" algn="l" defTabSz="914400" rtl="0" eaLnBrk="1" latinLnBrk="1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1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1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1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1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1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1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1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1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r>
                      <a:rPr lang="en-US" altLang="ko-KR" sz="2400" dirty="0">
                        <a:solidFill>
                          <a:schemeClr val="bg1"/>
                        </a:solidFill>
                        <a:cs typeface="Arial" pitchFamily="34" charset="0"/>
                      </a:rPr>
                      <a:t>02</a:t>
                    </a:r>
                    <a:endParaRPr lang="ko-KR" altLang="en-US" sz="2400" dirty="0">
                      <a:solidFill>
                        <a:schemeClr val="bg1"/>
                      </a:solidFill>
                      <a:cs typeface="Arial" pitchFamily="34" charset="0"/>
                    </a:endParaRPr>
                  </a:p>
                </p:txBody>
              </p:sp>
            </p:grpSp>
            <p:grpSp>
              <p:nvGrpSpPr>
                <p:cNvPr id="39" name="Group 38">
                  <a:extLst>
                    <a:ext uri="{FF2B5EF4-FFF2-40B4-BE49-F238E27FC236}">
                      <a16:creationId xmlns:a16="http://schemas.microsoft.com/office/drawing/2014/main" id="{1CBEB682-FC87-4B3C-92A7-8DF8EF89695F}"/>
                    </a:ext>
                  </a:extLst>
                </p:cNvPr>
                <p:cNvGrpSpPr/>
                <p:nvPr/>
              </p:nvGrpSpPr>
              <p:grpSpPr>
                <a:xfrm>
                  <a:off x="1407111" y="2321876"/>
                  <a:ext cx="2033224" cy="558642"/>
                  <a:chOff x="1015199" y="1585205"/>
                  <a:chExt cx="2033224" cy="558642"/>
                </a:xfrm>
              </p:grpSpPr>
              <p:sp>
                <p:nvSpPr>
                  <p:cNvPr id="40" name="Rectangle 39">
                    <a:extLst>
                      <a:ext uri="{FF2B5EF4-FFF2-40B4-BE49-F238E27FC236}">
                        <a16:creationId xmlns:a16="http://schemas.microsoft.com/office/drawing/2014/main" id="{B35EB4C5-4038-451D-B50B-5CCAC259EDE2}"/>
                      </a:ext>
                    </a:extLst>
                  </p:cNvPr>
                  <p:cNvSpPr/>
                  <p:nvPr/>
                </p:nvSpPr>
                <p:spPr>
                  <a:xfrm>
                    <a:off x="1015199" y="1585205"/>
                    <a:ext cx="2033224" cy="215444"/>
                  </a:xfrm>
                  <a:prstGeom prst="rect">
                    <a:avLst/>
                  </a:prstGeom>
                </p:spPr>
                <p:txBody>
                  <a:bodyPr wrap="square" lIns="0" tIns="0" rIns="0" bIns="0">
                    <a:spAutoFit/>
                  </a:bodyPr>
                  <a:lstStyle/>
                  <a:p>
                    <a:r>
                      <a:rPr lang="en-IN" sz="1400" dirty="0">
                        <a:latin typeface="Nokia Pure Text" panose="020B0504040602060303" pitchFamily="34" charset="0"/>
                        <a:ea typeface="Nokia Pure Text" panose="020B0504040602060303" pitchFamily="34" charset="0"/>
                        <a:cs typeface="Nokia Pure Text" panose="020B0504040602060303" pitchFamily="34" charset="0"/>
                      </a:rPr>
                      <a:t>Welcome change</a:t>
                    </a:r>
                  </a:p>
                </p:txBody>
              </p:sp>
              <p:sp>
                <p:nvSpPr>
                  <p:cNvPr id="41" name="Rectangle 40">
                    <a:extLst>
                      <a:ext uri="{FF2B5EF4-FFF2-40B4-BE49-F238E27FC236}">
                        <a16:creationId xmlns:a16="http://schemas.microsoft.com/office/drawing/2014/main" id="{E1240D50-4A9D-4649-B43C-E2507857D4A9}"/>
                      </a:ext>
                    </a:extLst>
                  </p:cNvPr>
                  <p:cNvSpPr/>
                  <p:nvPr/>
                </p:nvSpPr>
                <p:spPr>
                  <a:xfrm>
                    <a:off x="1015199" y="1866848"/>
                    <a:ext cx="2033224" cy="276999"/>
                  </a:xfrm>
                  <a:prstGeom prst="rect">
                    <a:avLst/>
                  </a:prstGeom>
                </p:spPr>
                <p:txBody>
                  <a:bodyPr wrap="square" lIns="0" tIns="0" rIns="0" bIns="0">
                    <a:spAutoFit/>
                  </a:bodyPr>
                  <a:lstStyle/>
                  <a:p>
                    <a:pPr algn="just"/>
                    <a:r>
                      <a:rPr lang="en-GB" sz="900" dirty="0">
                        <a:solidFill>
                          <a:srgbClr val="0070C0"/>
                        </a:solidFill>
                      </a:rPr>
                      <a:t>Welcome changing requirements, even late in development</a:t>
                    </a:r>
                    <a:endParaRPr lang="en-IN" sz="900" dirty="0">
                      <a:solidFill>
                        <a:srgbClr val="0070C0"/>
                      </a:solidFill>
                    </a:endParaRPr>
                  </a:p>
                </p:txBody>
              </p:sp>
            </p:grpSp>
          </p:grpSp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F69AEF12-2FAE-417B-8FBA-CF76F86AFE8B}"/>
                  </a:ext>
                </a:extLst>
              </p:cNvPr>
              <p:cNvGrpSpPr/>
              <p:nvPr/>
            </p:nvGrpSpPr>
            <p:grpSpPr>
              <a:xfrm>
                <a:off x="601096" y="3569338"/>
                <a:ext cx="3142013" cy="613519"/>
                <a:chOff x="601096" y="3336417"/>
                <a:chExt cx="3142013" cy="613519"/>
              </a:xfrm>
            </p:grpSpPr>
            <p:grpSp>
              <p:nvGrpSpPr>
                <p:cNvPr id="8" name="Group 7">
                  <a:extLst>
                    <a:ext uri="{FF2B5EF4-FFF2-40B4-BE49-F238E27FC236}">
                      <a16:creationId xmlns:a16="http://schemas.microsoft.com/office/drawing/2014/main" id="{CC6F805D-E889-4C9A-8624-652059D2985D}"/>
                    </a:ext>
                  </a:extLst>
                </p:cNvPr>
                <p:cNvGrpSpPr/>
                <p:nvPr/>
              </p:nvGrpSpPr>
              <p:grpSpPr>
                <a:xfrm>
                  <a:off x="601096" y="3373872"/>
                  <a:ext cx="642872" cy="576064"/>
                  <a:chOff x="583237" y="3450599"/>
                  <a:chExt cx="642872" cy="576064"/>
                </a:xfrm>
              </p:grpSpPr>
              <p:sp>
                <p:nvSpPr>
                  <p:cNvPr id="45" name="Oval 44">
                    <a:extLst>
                      <a:ext uri="{FF2B5EF4-FFF2-40B4-BE49-F238E27FC236}">
                        <a16:creationId xmlns:a16="http://schemas.microsoft.com/office/drawing/2014/main" id="{57422B94-FC7D-46E4-B91B-B04710D68F64}"/>
                      </a:ext>
                    </a:extLst>
                  </p:cNvPr>
                  <p:cNvSpPr/>
                  <p:nvPr/>
                </p:nvSpPr>
                <p:spPr>
                  <a:xfrm>
                    <a:off x="616641" y="3450599"/>
                    <a:ext cx="576064" cy="576064"/>
                  </a:xfrm>
                  <a:prstGeom prst="ellipse">
                    <a:avLst/>
                  </a:prstGeom>
                  <a:solidFill>
                    <a:schemeClr val="tx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>
                    <a:defPPr>
                      <a:defRPr lang="ko-KR"/>
                    </a:defPPr>
                    <a:lvl1pPr marL="0" algn="l" defTabSz="914400" rtl="0" eaLnBrk="1" latinLnBrk="1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1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1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1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1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1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1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1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1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dirty="0">
                      <a:solidFill>
                        <a:schemeClr val="tx2"/>
                      </a:solidFill>
                    </a:endParaRPr>
                  </a:p>
                </p:txBody>
              </p:sp>
              <p:sp>
                <p:nvSpPr>
                  <p:cNvPr id="58" name="TextBox 34">
                    <a:extLst>
                      <a:ext uri="{FF2B5EF4-FFF2-40B4-BE49-F238E27FC236}">
                        <a16:creationId xmlns:a16="http://schemas.microsoft.com/office/drawing/2014/main" id="{AA90CB92-A237-40E3-A1C9-C6BA5ADCFB76}"/>
                      </a:ext>
                    </a:extLst>
                  </p:cNvPr>
                  <p:cNvSpPr txBox="1"/>
                  <p:nvPr/>
                </p:nvSpPr>
                <p:spPr>
                  <a:xfrm>
                    <a:off x="583237" y="3507799"/>
                    <a:ext cx="642872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>
                    <a:defPPr>
                      <a:defRPr lang="ko-KR"/>
                    </a:defPPr>
                    <a:lvl1pPr marL="0" algn="l" defTabSz="914400" rtl="0" eaLnBrk="1" latinLnBrk="1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1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1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1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1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1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1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1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1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r>
                      <a:rPr lang="en-US" altLang="ko-KR" sz="2400" dirty="0">
                        <a:solidFill>
                          <a:schemeClr val="bg1"/>
                        </a:solidFill>
                        <a:cs typeface="Arial" pitchFamily="34" charset="0"/>
                      </a:rPr>
                      <a:t>03</a:t>
                    </a:r>
                    <a:endParaRPr lang="ko-KR" altLang="en-US" sz="2400" dirty="0">
                      <a:solidFill>
                        <a:schemeClr val="bg1"/>
                      </a:solidFill>
                      <a:cs typeface="Arial" pitchFamily="34" charset="0"/>
                    </a:endParaRPr>
                  </a:p>
                </p:txBody>
              </p:sp>
            </p:grpSp>
            <p:grpSp>
              <p:nvGrpSpPr>
                <p:cNvPr id="42" name="Group 41">
                  <a:extLst>
                    <a:ext uri="{FF2B5EF4-FFF2-40B4-BE49-F238E27FC236}">
                      <a16:creationId xmlns:a16="http://schemas.microsoft.com/office/drawing/2014/main" id="{E8236E52-1911-468B-9E7C-E9619EAC65D2}"/>
                    </a:ext>
                  </a:extLst>
                </p:cNvPr>
                <p:cNvGrpSpPr/>
                <p:nvPr/>
              </p:nvGrpSpPr>
              <p:grpSpPr>
                <a:xfrm>
                  <a:off x="1407110" y="3336417"/>
                  <a:ext cx="2335999" cy="558642"/>
                  <a:chOff x="1015198" y="1585205"/>
                  <a:chExt cx="2335999" cy="558642"/>
                </a:xfrm>
              </p:grpSpPr>
              <p:sp>
                <p:nvSpPr>
                  <p:cNvPr id="74" name="Rectangle 73">
                    <a:extLst>
                      <a:ext uri="{FF2B5EF4-FFF2-40B4-BE49-F238E27FC236}">
                        <a16:creationId xmlns:a16="http://schemas.microsoft.com/office/drawing/2014/main" id="{15ADD96F-622D-43A0-91C3-2621144CAFBF}"/>
                      </a:ext>
                    </a:extLst>
                  </p:cNvPr>
                  <p:cNvSpPr/>
                  <p:nvPr/>
                </p:nvSpPr>
                <p:spPr>
                  <a:xfrm>
                    <a:off x="1015198" y="1585205"/>
                    <a:ext cx="2335999" cy="215444"/>
                  </a:xfrm>
                  <a:prstGeom prst="rect">
                    <a:avLst/>
                  </a:prstGeom>
                </p:spPr>
                <p:txBody>
                  <a:bodyPr wrap="square" lIns="0" tIns="0" rIns="0" bIns="0">
                    <a:spAutoFit/>
                  </a:bodyPr>
                  <a:lstStyle/>
                  <a:p>
                    <a:r>
                      <a:rPr lang="en-IN" sz="1400" dirty="0">
                        <a:latin typeface="Nokia Pure Text" panose="020B0504040602060303" pitchFamily="34" charset="0"/>
                        <a:ea typeface="Nokia Pure Text" panose="020B0504040602060303" pitchFamily="34" charset="0"/>
                        <a:cs typeface="Nokia Pure Text" panose="020B0504040602060303" pitchFamily="34" charset="0"/>
                      </a:rPr>
                      <a:t>Deliver software frequently</a:t>
                    </a:r>
                  </a:p>
                </p:txBody>
              </p:sp>
              <p:sp>
                <p:nvSpPr>
                  <p:cNvPr id="75" name="Rectangle 74">
                    <a:extLst>
                      <a:ext uri="{FF2B5EF4-FFF2-40B4-BE49-F238E27FC236}">
                        <a16:creationId xmlns:a16="http://schemas.microsoft.com/office/drawing/2014/main" id="{CA130A4C-2CDA-4127-AE3D-78EA747BD15F}"/>
                      </a:ext>
                    </a:extLst>
                  </p:cNvPr>
                  <p:cNvSpPr/>
                  <p:nvPr/>
                </p:nvSpPr>
                <p:spPr>
                  <a:xfrm>
                    <a:off x="1015198" y="1866848"/>
                    <a:ext cx="2274551" cy="276999"/>
                  </a:xfrm>
                  <a:prstGeom prst="rect">
                    <a:avLst/>
                  </a:prstGeom>
                </p:spPr>
                <p:txBody>
                  <a:bodyPr wrap="square" lIns="0" tIns="0" rIns="0" bIns="0">
                    <a:spAutoFit/>
                  </a:bodyPr>
                  <a:lstStyle/>
                  <a:p>
                    <a:pPr algn="just"/>
                    <a:r>
                      <a:rPr lang="en-GB" sz="900" dirty="0">
                        <a:solidFill>
                          <a:srgbClr val="0070C0"/>
                        </a:solidFill>
                      </a:rPr>
                      <a:t>Deliver working software frequently, with a preference to the shorter timescale</a:t>
                    </a:r>
                    <a:endParaRPr lang="en-IN" sz="900" dirty="0">
                      <a:solidFill>
                        <a:srgbClr val="0070C0"/>
                      </a:solidFill>
                    </a:endParaRPr>
                  </a:p>
                </p:txBody>
              </p:sp>
            </p:grpSp>
          </p:grp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74D69339-7221-47E1-98E7-561B13B891B9}"/>
                </a:ext>
              </a:extLst>
            </p:cNvPr>
            <p:cNvGrpSpPr/>
            <p:nvPr/>
          </p:nvGrpSpPr>
          <p:grpSpPr>
            <a:xfrm>
              <a:off x="5630296" y="1320111"/>
              <a:ext cx="2839239" cy="3125950"/>
              <a:chOff x="5630296" y="1312720"/>
              <a:chExt cx="2839239" cy="3125950"/>
            </a:xfrm>
          </p:grpSpPr>
          <p:grpSp>
            <p:nvGrpSpPr>
              <p:cNvPr id="76" name="Group 75">
                <a:extLst>
                  <a:ext uri="{FF2B5EF4-FFF2-40B4-BE49-F238E27FC236}">
                    <a16:creationId xmlns:a16="http://schemas.microsoft.com/office/drawing/2014/main" id="{C0281082-D251-4C74-9021-68F50B327FA5}"/>
                  </a:ext>
                </a:extLst>
              </p:cNvPr>
              <p:cNvGrpSpPr/>
              <p:nvPr/>
            </p:nvGrpSpPr>
            <p:grpSpPr>
              <a:xfrm>
                <a:off x="5630296" y="1312720"/>
                <a:ext cx="2839239" cy="697141"/>
                <a:chOff x="601096" y="1312720"/>
                <a:chExt cx="2839239" cy="697141"/>
              </a:xfrm>
            </p:grpSpPr>
            <p:grpSp>
              <p:nvGrpSpPr>
                <p:cNvPr id="77" name="Group 76">
                  <a:extLst>
                    <a:ext uri="{FF2B5EF4-FFF2-40B4-BE49-F238E27FC236}">
                      <a16:creationId xmlns:a16="http://schemas.microsoft.com/office/drawing/2014/main" id="{578129A0-8E19-4116-92D4-D55F0558B55A}"/>
                    </a:ext>
                  </a:extLst>
                </p:cNvPr>
                <p:cNvGrpSpPr/>
                <p:nvPr/>
              </p:nvGrpSpPr>
              <p:grpSpPr>
                <a:xfrm>
                  <a:off x="601096" y="1350175"/>
                  <a:ext cx="642872" cy="576064"/>
                  <a:chOff x="618955" y="1434375"/>
                  <a:chExt cx="642872" cy="576064"/>
                </a:xfrm>
              </p:grpSpPr>
              <p:sp>
                <p:nvSpPr>
                  <p:cNvPr id="81" name="Oval 80">
                    <a:extLst>
                      <a:ext uri="{FF2B5EF4-FFF2-40B4-BE49-F238E27FC236}">
                        <a16:creationId xmlns:a16="http://schemas.microsoft.com/office/drawing/2014/main" id="{ED1516AE-50F8-46D1-93A6-A43C9E456B7E}"/>
                      </a:ext>
                    </a:extLst>
                  </p:cNvPr>
                  <p:cNvSpPr/>
                  <p:nvPr/>
                </p:nvSpPr>
                <p:spPr>
                  <a:xfrm>
                    <a:off x="652359" y="1434375"/>
                    <a:ext cx="576064" cy="576064"/>
                  </a:xfrm>
                  <a:prstGeom prst="ellipse">
                    <a:avLst/>
                  </a:prstGeom>
                  <a:solidFill>
                    <a:schemeClr val="tx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>
                    <a:defPPr>
                      <a:defRPr lang="ko-KR"/>
                    </a:defPPr>
                    <a:lvl1pPr marL="0" algn="l" defTabSz="914400" rtl="0" eaLnBrk="1" latinLnBrk="1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1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1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1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1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1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1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1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1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dirty="0">
                      <a:solidFill>
                        <a:schemeClr val="tx2"/>
                      </a:solidFill>
                    </a:endParaRPr>
                  </a:p>
                </p:txBody>
              </p:sp>
              <p:sp>
                <p:nvSpPr>
                  <p:cNvPr id="82" name="TextBox 32">
                    <a:extLst>
                      <a:ext uri="{FF2B5EF4-FFF2-40B4-BE49-F238E27FC236}">
                        <a16:creationId xmlns:a16="http://schemas.microsoft.com/office/drawing/2014/main" id="{1F9AC384-8D77-4C1B-BCFF-73315BDE23B4}"/>
                      </a:ext>
                    </a:extLst>
                  </p:cNvPr>
                  <p:cNvSpPr txBox="1"/>
                  <p:nvPr/>
                </p:nvSpPr>
                <p:spPr>
                  <a:xfrm>
                    <a:off x="618955" y="1491575"/>
                    <a:ext cx="642872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>
                    <a:defPPr>
                      <a:defRPr lang="ko-KR"/>
                    </a:defPPr>
                    <a:lvl1pPr marL="0" algn="l" defTabSz="914400" rtl="0" eaLnBrk="1" latinLnBrk="1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1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1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1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1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1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1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1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1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r>
                      <a:rPr lang="en-US" altLang="ko-KR" sz="2400" dirty="0">
                        <a:solidFill>
                          <a:schemeClr val="bg1"/>
                        </a:solidFill>
                        <a:cs typeface="Arial" pitchFamily="34" charset="0"/>
                      </a:rPr>
                      <a:t>04</a:t>
                    </a:r>
                    <a:endParaRPr lang="ko-KR" altLang="en-US" sz="2400" dirty="0">
                      <a:solidFill>
                        <a:schemeClr val="bg1"/>
                      </a:solidFill>
                      <a:cs typeface="Arial" pitchFamily="34" charset="0"/>
                    </a:endParaRPr>
                  </a:p>
                </p:txBody>
              </p:sp>
            </p:grpSp>
            <p:grpSp>
              <p:nvGrpSpPr>
                <p:cNvPr id="78" name="Group 77">
                  <a:extLst>
                    <a:ext uri="{FF2B5EF4-FFF2-40B4-BE49-F238E27FC236}">
                      <a16:creationId xmlns:a16="http://schemas.microsoft.com/office/drawing/2014/main" id="{E7DCD207-2EAA-4575-8652-21256015BFE3}"/>
                    </a:ext>
                  </a:extLst>
                </p:cNvPr>
                <p:cNvGrpSpPr/>
                <p:nvPr/>
              </p:nvGrpSpPr>
              <p:grpSpPr>
                <a:xfrm>
                  <a:off x="1407111" y="1312720"/>
                  <a:ext cx="2033224" cy="697141"/>
                  <a:chOff x="1015199" y="1585205"/>
                  <a:chExt cx="2033224" cy="697141"/>
                </a:xfrm>
              </p:grpSpPr>
              <p:sp>
                <p:nvSpPr>
                  <p:cNvPr id="79" name="Rectangle 78">
                    <a:extLst>
                      <a:ext uri="{FF2B5EF4-FFF2-40B4-BE49-F238E27FC236}">
                        <a16:creationId xmlns:a16="http://schemas.microsoft.com/office/drawing/2014/main" id="{973F6643-9DCE-48AF-875A-5CB5C901A029}"/>
                      </a:ext>
                    </a:extLst>
                  </p:cNvPr>
                  <p:cNvSpPr/>
                  <p:nvPr/>
                </p:nvSpPr>
                <p:spPr>
                  <a:xfrm>
                    <a:off x="1015199" y="1585205"/>
                    <a:ext cx="2033224" cy="215444"/>
                  </a:xfrm>
                  <a:prstGeom prst="rect">
                    <a:avLst/>
                  </a:prstGeom>
                </p:spPr>
                <p:txBody>
                  <a:bodyPr wrap="square" lIns="0" tIns="0" rIns="0" bIns="0">
                    <a:spAutoFit/>
                  </a:bodyPr>
                  <a:lstStyle/>
                  <a:p>
                    <a:endParaRPr lang="en-IN" sz="1400" dirty="0">
                      <a:solidFill>
                        <a:schemeClr val="tx2"/>
                      </a:solidFill>
                      <a:latin typeface="Nokia Pure Text" panose="020B0504040602060303" pitchFamily="34" charset="0"/>
                      <a:ea typeface="Nokia Pure Text" panose="020B0504040602060303" pitchFamily="34" charset="0"/>
                      <a:cs typeface="Nokia Pure Text" panose="020B0504040602060303" pitchFamily="34" charset="0"/>
                    </a:endParaRPr>
                  </a:p>
                </p:txBody>
              </p:sp>
              <p:sp>
                <p:nvSpPr>
                  <p:cNvPr id="80" name="Rectangle 79">
                    <a:extLst>
                      <a:ext uri="{FF2B5EF4-FFF2-40B4-BE49-F238E27FC236}">
                        <a16:creationId xmlns:a16="http://schemas.microsoft.com/office/drawing/2014/main" id="{8D1E9449-42F6-44F3-B9F0-E956B50F6DB4}"/>
                      </a:ext>
                    </a:extLst>
                  </p:cNvPr>
                  <p:cNvSpPr/>
                  <p:nvPr/>
                </p:nvSpPr>
                <p:spPr>
                  <a:xfrm>
                    <a:off x="1015199" y="1866848"/>
                    <a:ext cx="2033224" cy="415498"/>
                  </a:xfrm>
                  <a:prstGeom prst="rect">
                    <a:avLst/>
                  </a:prstGeom>
                </p:spPr>
                <p:txBody>
                  <a:bodyPr wrap="square" lIns="0" tIns="0" rIns="0" bIns="0">
                    <a:spAutoFit/>
                  </a:bodyPr>
                  <a:lstStyle/>
                  <a:p>
                    <a:pPr algn="just"/>
                    <a:r>
                      <a:rPr lang="en-GB" sz="900" dirty="0">
                        <a:solidFill>
                          <a:srgbClr val="0070C0"/>
                        </a:solidFill>
                      </a:rPr>
                      <a:t>Business people and developers must work together daily throughout the project.</a:t>
                    </a:r>
                    <a:endParaRPr lang="en-IN" sz="900" dirty="0">
                      <a:solidFill>
                        <a:srgbClr val="0070C0"/>
                      </a:solidFill>
                    </a:endParaRPr>
                  </a:p>
                </p:txBody>
              </p:sp>
            </p:grpSp>
          </p:grpSp>
          <p:grpSp>
            <p:nvGrpSpPr>
              <p:cNvPr id="83" name="Group 82">
                <a:extLst>
                  <a:ext uri="{FF2B5EF4-FFF2-40B4-BE49-F238E27FC236}">
                    <a16:creationId xmlns:a16="http://schemas.microsoft.com/office/drawing/2014/main" id="{4A83A80E-54BE-4FDD-85C0-DA32D85E21FA}"/>
                  </a:ext>
                </a:extLst>
              </p:cNvPr>
              <p:cNvGrpSpPr/>
              <p:nvPr/>
            </p:nvGrpSpPr>
            <p:grpSpPr>
              <a:xfrm>
                <a:off x="5630296" y="2441029"/>
                <a:ext cx="2839239" cy="835641"/>
                <a:chOff x="601096" y="2321876"/>
                <a:chExt cx="2839239" cy="835641"/>
              </a:xfrm>
            </p:grpSpPr>
            <p:grpSp>
              <p:nvGrpSpPr>
                <p:cNvPr id="84" name="Group 83">
                  <a:extLst>
                    <a:ext uri="{FF2B5EF4-FFF2-40B4-BE49-F238E27FC236}">
                      <a16:creationId xmlns:a16="http://schemas.microsoft.com/office/drawing/2014/main" id="{44A8645A-1B88-49EC-9425-B2AA740B35D6}"/>
                    </a:ext>
                  </a:extLst>
                </p:cNvPr>
                <p:cNvGrpSpPr/>
                <p:nvPr/>
              </p:nvGrpSpPr>
              <p:grpSpPr>
                <a:xfrm>
                  <a:off x="601096" y="2359331"/>
                  <a:ext cx="642872" cy="576064"/>
                  <a:chOff x="583237" y="2442487"/>
                  <a:chExt cx="642872" cy="576064"/>
                </a:xfrm>
              </p:grpSpPr>
              <p:sp>
                <p:nvSpPr>
                  <p:cNvPr id="88" name="Oval 87">
                    <a:extLst>
                      <a:ext uri="{FF2B5EF4-FFF2-40B4-BE49-F238E27FC236}">
                        <a16:creationId xmlns:a16="http://schemas.microsoft.com/office/drawing/2014/main" id="{754CC3A9-2EF6-49FC-8B07-D2216FF0A890}"/>
                      </a:ext>
                    </a:extLst>
                  </p:cNvPr>
                  <p:cNvSpPr/>
                  <p:nvPr/>
                </p:nvSpPr>
                <p:spPr>
                  <a:xfrm>
                    <a:off x="616641" y="2442487"/>
                    <a:ext cx="576064" cy="576064"/>
                  </a:xfrm>
                  <a:prstGeom prst="ellipse">
                    <a:avLst/>
                  </a:prstGeom>
                  <a:solidFill>
                    <a:schemeClr val="tx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>
                    <a:defPPr>
                      <a:defRPr lang="ko-KR"/>
                    </a:defPPr>
                    <a:lvl1pPr marL="0" algn="l" defTabSz="914400" rtl="0" eaLnBrk="1" latinLnBrk="1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1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1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1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1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1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1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1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1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dirty="0">
                      <a:solidFill>
                        <a:schemeClr val="tx2"/>
                      </a:solidFill>
                    </a:endParaRPr>
                  </a:p>
                </p:txBody>
              </p:sp>
              <p:sp>
                <p:nvSpPr>
                  <p:cNvPr id="89" name="TextBox 33">
                    <a:extLst>
                      <a:ext uri="{FF2B5EF4-FFF2-40B4-BE49-F238E27FC236}">
                        <a16:creationId xmlns:a16="http://schemas.microsoft.com/office/drawing/2014/main" id="{6F226A9E-8CF8-4E9E-9ED1-142B9748A864}"/>
                      </a:ext>
                    </a:extLst>
                  </p:cNvPr>
                  <p:cNvSpPr txBox="1"/>
                  <p:nvPr/>
                </p:nvSpPr>
                <p:spPr>
                  <a:xfrm>
                    <a:off x="583237" y="2499687"/>
                    <a:ext cx="642872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>
                    <a:defPPr>
                      <a:defRPr lang="ko-KR"/>
                    </a:defPPr>
                    <a:lvl1pPr marL="0" algn="l" defTabSz="914400" rtl="0" eaLnBrk="1" latinLnBrk="1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1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1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1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1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1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1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1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1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r>
                      <a:rPr lang="en-US" altLang="ko-KR" sz="2400" dirty="0">
                        <a:solidFill>
                          <a:schemeClr val="bg1"/>
                        </a:solidFill>
                        <a:cs typeface="Arial" pitchFamily="34" charset="0"/>
                      </a:rPr>
                      <a:t>05</a:t>
                    </a:r>
                    <a:endParaRPr lang="ko-KR" altLang="en-US" sz="2400" dirty="0">
                      <a:solidFill>
                        <a:schemeClr val="bg1"/>
                      </a:solidFill>
                      <a:cs typeface="Arial" pitchFamily="34" charset="0"/>
                    </a:endParaRPr>
                  </a:p>
                </p:txBody>
              </p:sp>
            </p:grpSp>
            <p:grpSp>
              <p:nvGrpSpPr>
                <p:cNvPr id="85" name="Group 84">
                  <a:extLst>
                    <a:ext uri="{FF2B5EF4-FFF2-40B4-BE49-F238E27FC236}">
                      <a16:creationId xmlns:a16="http://schemas.microsoft.com/office/drawing/2014/main" id="{EAF9DA71-AE8F-45FF-9D80-5971D819ED0C}"/>
                    </a:ext>
                  </a:extLst>
                </p:cNvPr>
                <p:cNvGrpSpPr/>
                <p:nvPr/>
              </p:nvGrpSpPr>
              <p:grpSpPr>
                <a:xfrm>
                  <a:off x="1407111" y="2321876"/>
                  <a:ext cx="2033224" cy="835641"/>
                  <a:chOff x="1015199" y="1585205"/>
                  <a:chExt cx="2033224" cy="835641"/>
                </a:xfrm>
              </p:grpSpPr>
              <p:sp>
                <p:nvSpPr>
                  <p:cNvPr id="86" name="Rectangle 85">
                    <a:extLst>
                      <a:ext uri="{FF2B5EF4-FFF2-40B4-BE49-F238E27FC236}">
                        <a16:creationId xmlns:a16="http://schemas.microsoft.com/office/drawing/2014/main" id="{8959D7E5-9529-49F5-A09F-83FBA22BF6A0}"/>
                      </a:ext>
                    </a:extLst>
                  </p:cNvPr>
                  <p:cNvSpPr/>
                  <p:nvPr/>
                </p:nvSpPr>
                <p:spPr>
                  <a:xfrm>
                    <a:off x="1015199" y="1585205"/>
                    <a:ext cx="2033224" cy="215444"/>
                  </a:xfrm>
                  <a:prstGeom prst="rect">
                    <a:avLst/>
                  </a:prstGeom>
                </p:spPr>
                <p:txBody>
                  <a:bodyPr wrap="square" lIns="0" tIns="0" rIns="0" bIns="0">
                    <a:spAutoFit/>
                  </a:bodyPr>
                  <a:lstStyle/>
                  <a:p>
                    <a:r>
                      <a:rPr lang="en-IN" sz="1400" dirty="0">
                        <a:latin typeface="Nokia Pure Text" panose="020B0504040602060303" pitchFamily="34" charset="0"/>
                        <a:ea typeface="Nokia Pure Text" panose="020B0504040602060303" pitchFamily="34" charset="0"/>
                        <a:cs typeface="Nokia Pure Text" panose="020B0504040602060303" pitchFamily="34" charset="0"/>
                      </a:rPr>
                      <a:t>Motivate individuals</a:t>
                    </a:r>
                  </a:p>
                </p:txBody>
              </p:sp>
              <p:sp>
                <p:nvSpPr>
                  <p:cNvPr id="87" name="Rectangle 86">
                    <a:extLst>
                      <a:ext uri="{FF2B5EF4-FFF2-40B4-BE49-F238E27FC236}">
                        <a16:creationId xmlns:a16="http://schemas.microsoft.com/office/drawing/2014/main" id="{CA909679-5C06-4F7A-A1AF-A448A3603B87}"/>
                      </a:ext>
                    </a:extLst>
                  </p:cNvPr>
                  <p:cNvSpPr/>
                  <p:nvPr/>
                </p:nvSpPr>
                <p:spPr>
                  <a:xfrm>
                    <a:off x="1015199" y="1866848"/>
                    <a:ext cx="2033224" cy="553998"/>
                  </a:xfrm>
                  <a:prstGeom prst="rect">
                    <a:avLst/>
                  </a:prstGeom>
                </p:spPr>
                <p:txBody>
                  <a:bodyPr wrap="square" lIns="0" tIns="0" rIns="0" bIns="0">
                    <a:spAutoFit/>
                  </a:bodyPr>
                  <a:lstStyle/>
                  <a:p>
                    <a:pPr algn="just"/>
                    <a:r>
                      <a:rPr lang="en-GB" sz="900" dirty="0">
                        <a:solidFill>
                          <a:srgbClr val="0070C0"/>
                        </a:solidFill>
                      </a:rPr>
                      <a:t>Build projects around motivated individuals. Give them the environment and support they need, and trust them to get the job done</a:t>
                    </a:r>
                    <a:endParaRPr lang="en-IN" sz="1200" dirty="0">
                      <a:solidFill>
                        <a:srgbClr val="0070C0"/>
                      </a:solidFill>
                    </a:endParaRPr>
                  </a:p>
                </p:txBody>
              </p:sp>
            </p:grpSp>
          </p:grpSp>
          <p:grpSp>
            <p:nvGrpSpPr>
              <p:cNvPr id="90" name="Group 89">
                <a:extLst>
                  <a:ext uri="{FF2B5EF4-FFF2-40B4-BE49-F238E27FC236}">
                    <a16:creationId xmlns:a16="http://schemas.microsoft.com/office/drawing/2014/main" id="{83CF196B-E7C9-42EB-8477-E8DF5C55F481}"/>
                  </a:ext>
                </a:extLst>
              </p:cNvPr>
              <p:cNvGrpSpPr/>
              <p:nvPr/>
            </p:nvGrpSpPr>
            <p:grpSpPr>
              <a:xfrm>
                <a:off x="5630296" y="3469385"/>
                <a:ext cx="2839239" cy="969285"/>
                <a:chOff x="601096" y="3236464"/>
                <a:chExt cx="2839239" cy="969285"/>
              </a:xfrm>
            </p:grpSpPr>
            <p:grpSp>
              <p:nvGrpSpPr>
                <p:cNvPr id="91" name="Group 90">
                  <a:extLst>
                    <a:ext uri="{FF2B5EF4-FFF2-40B4-BE49-F238E27FC236}">
                      <a16:creationId xmlns:a16="http://schemas.microsoft.com/office/drawing/2014/main" id="{DB725C5C-263C-42B7-BFB5-6BC73FB3A980}"/>
                    </a:ext>
                  </a:extLst>
                </p:cNvPr>
                <p:cNvGrpSpPr/>
                <p:nvPr/>
              </p:nvGrpSpPr>
              <p:grpSpPr>
                <a:xfrm>
                  <a:off x="601096" y="3373872"/>
                  <a:ext cx="642872" cy="576064"/>
                  <a:chOff x="583237" y="3450599"/>
                  <a:chExt cx="642872" cy="576064"/>
                </a:xfrm>
              </p:grpSpPr>
              <p:sp>
                <p:nvSpPr>
                  <p:cNvPr id="95" name="Oval 94">
                    <a:extLst>
                      <a:ext uri="{FF2B5EF4-FFF2-40B4-BE49-F238E27FC236}">
                        <a16:creationId xmlns:a16="http://schemas.microsoft.com/office/drawing/2014/main" id="{ABDB50BA-F4B9-4CF6-9708-EC7B7646B763}"/>
                      </a:ext>
                    </a:extLst>
                  </p:cNvPr>
                  <p:cNvSpPr/>
                  <p:nvPr/>
                </p:nvSpPr>
                <p:spPr>
                  <a:xfrm>
                    <a:off x="616641" y="3450599"/>
                    <a:ext cx="576064" cy="576064"/>
                  </a:xfrm>
                  <a:prstGeom prst="ellipse">
                    <a:avLst/>
                  </a:prstGeom>
                  <a:solidFill>
                    <a:schemeClr val="tx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>
                    <a:defPPr>
                      <a:defRPr lang="ko-KR"/>
                    </a:defPPr>
                    <a:lvl1pPr marL="0" algn="l" defTabSz="914400" rtl="0" eaLnBrk="1" latinLnBrk="1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1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1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1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1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1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1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1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1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dirty="0">
                      <a:solidFill>
                        <a:schemeClr val="tx2"/>
                      </a:solidFill>
                    </a:endParaRPr>
                  </a:p>
                </p:txBody>
              </p:sp>
              <p:sp>
                <p:nvSpPr>
                  <p:cNvPr id="96" name="TextBox 34">
                    <a:extLst>
                      <a:ext uri="{FF2B5EF4-FFF2-40B4-BE49-F238E27FC236}">
                        <a16:creationId xmlns:a16="http://schemas.microsoft.com/office/drawing/2014/main" id="{0696E112-CC15-40A3-947E-9057B21E8F8C}"/>
                      </a:ext>
                    </a:extLst>
                  </p:cNvPr>
                  <p:cNvSpPr txBox="1"/>
                  <p:nvPr/>
                </p:nvSpPr>
                <p:spPr>
                  <a:xfrm>
                    <a:off x="583237" y="3507799"/>
                    <a:ext cx="642872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>
                    <a:defPPr>
                      <a:defRPr lang="ko-KR"/>
                    </a:defPPr>
                    <a:lvl1pPr marL="0" algn="l" defTabSz="914400" rtl="0" eaLnBrk="1" latinLnBrk="1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1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1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1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1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1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1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1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1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r>
                      <a:rPr lang="en-US" altLang="ko-KR" sz="2400" dirty="0">
                        <a:solidFill>
                          <a:schemeClr val="bg1"/>
                        </a:solidFill>
                        <a:cs typeface="Arial" pitchFamily="34" charset="0"/>
                      </a:rPr>
                      <a:t>06</a:t>
                    </a:r>
                    <a:endParaRPr lang="ko-KR" altLang="en-US" sz="2400" dirty="0">
                      <a:solidFill>
                        <a:schemeClr val="bg1"/>
                      </a:solidFill>
                      <a:cs typeface="Arial" pitchFamily="34" charset="0"/>
                    </a:endParaRPr>
                  </a:p>
                </p:txBody>
              </p:sp>
            </p:grpSp>
            <p:grpSp>
              <p:nvGrpSpPr>
                <p:cNvPr id="92" name="Group 91">
                  <a:extLst>
                    <a:ext uri="{FF2B5EF4-FFF2-40B4-BE49-F238E27FC236}">
                      <a16:creationId xmlns:a16="http://schemas.microsoft.com/office/drawing/2014/main" id="{FB4A7716-60F2-471E-9007-A78FF2ECAF8D}"/>
                    </a:ext>
                  </a:extLst>
                </p:cNvPr>
                <p:cNvGrpSpPr/>
                <p:nvPr/>
              </p:nvGrpSpPr>
              <p:grpSpPr>
                <a:xfrm>
                  <a:off x="1407111" y="3236464"/>
                  <a:ext cx="2033224" cy="969285"/>
                  <a:chOff x="1015199" y="1485252"/>
                  <a:chExt cx="2033224" cy="969285"/>
                </a:xfrm>
              </p:grpSpPr>
              <p:sp>
                <p:nvSpPr>
                  <p:cNvPr id="93" name="Rectangle 92">
                    <a:extLst>
                      <a:ext uri="{FF2B5EF4-FFF2-40B4-BE49-F238E27FC236}">
                        <a16:creationId xmlns:a16="http://schemas.microsoft.com/office/drawing/2014/main" id="{721694A8-75A4-497C-AF4A-B436CC722AF5}"/>
                      </a:ext>
                    </a:extLst>
                  </p:cNvPr>
                  <p:cNvSpPr/>
                  <p:nvPr/>
                </p:nvSpPr>
                <p:spPr>
                  <a:xfrm>
                    <a:off x="1015199" y="1485252"/>
                    <a:ext cx="2033224" cy="430887"/>
                  </a:xfrm>
                  <a:prstGeom prst="rect">
                    <a:avLst/>
                  </a:prstGeom>
                </p:spPr>
                <p:txBody>
                  <a:bodyPr wrap="square" lIns="0" tIns="0" rIns="0" bIns="0">
                    <a:spAutoFit/>
                  </a:bodyPr>
                  <a:lstStyle/>
                  <a:p>
                    <a:r>
                      <a:rPr lang="en-IN" sz="1400" dirty="0">
                        <a:latin typeface="Nokia Pure Text" panose="020B0504040602060303" pitchFamily="34" charset="0"/>
                        <a:ea typeface="Nokia Pure Text" panose="020B0504040602060303" pitchFamily="34" charset="0"/>
                        <a:cs typeface="Nokia Pure Text" panose="020B0504040602060303" pitchFamily="34" charset="0"/>
                      </a:rPr>
                      <a:t>Use face-to-face communication</a:t>
                    </a:r>
                  </a:p>
                </p:txBody>
              </p:sp>
              <p:sp>
                <p:nvSpPr>
                  <p:cNvPr id="94" name="Rectangle 93">
                    <a:extLst>
                      <a:ext uri="{FF2B5EF4-FFF2-40B4-BE49-F238E27FC236}">
                        <a16:creationId xmlns:a16="http://schemas.microsoft.com/office/drawing/2014/main" id="{A1A2EEA5-09D4-4446-83DB-1954CDDE990C}"/>
                      </a:ext>
                    </a:extLst>
                  </p:cNvPr>
                  <p:cNvSpPr/>
                  <p:nvPr/>
                </p:nvSpPr>
                <p:spPr>
                  <a:xfrm>
                    <a:off x="1015199" y="1900539"/>
                    <a:ext cx="2033224" cy="553998"/>
                  </a:xfrm>
                  <a:prstGeom prst="rect">
                    <a:avLst/>
                  </a:prstGeom>
                </p:spPr>
                <p:txBody>
                  <a:bodyPr wrap="square" lIns="0" tIns="0" rIns="0" bIns="0">
                    <a:spAutoFit/>
                  </a:bodyPr>
                  <a:lstStyle/>
                  <a:p>
                    <a:pPr algn="just"/>
                    <a:r>
                      <a:rPr lang="en-GB" sz="900" dirty="0">
                        <a:solidFill>
                          <a:srgbClr val="0070C0"/>
                        </a:solidFill>
                      </a:rPr>
                      <a:t>The most efficient and effective method of conveying information to and within a development team is face-to-face conversation</a:t>
                    </a:r>
                    <a:endParaRPr lang="en-IN" sz="1200" dirty="0">
                      <a:solidFill>
                        <a:srgbClr val="0070C0"/>
                      </a:solidFill>
                    </a:endParaRPr>
                  </a:p>
                </p:txBody>
              </p:sp>
            </p:grpSp>
          </p:grpSp>
        </p:grp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DDA2F021-1D44-48D7-A32A-C37051C054A0}"/>
                </a:ext>
              </a:extLst>
            </p:cNvPr>
            <p:cNvCxnSpPr/>
            <p:nvPr/>
          </p:nvCxnSpPr>
          <p:spPr>
            <a:xfrm>
              <a:off x="4535316" y="1235122"/>
              <a:ext cx="0" cy="3077571"/>
            </a:xfrm>
            <a:prstGeom prst="line">
              <a:avLst/>
            </a:prstGeom>
            <a:ln w="9525" cmpd="sng">
              <a:solidFill>
                <a:schemeClr val="tx2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F5B76DB3-7F5C-4FC7-933C-299E03B318A5}"/>
              </a:ext>
            </a:extLst>
          </p:cNvPr>
          <p:cNvSpPr/>
          <p:nvPr/>
        </p:nvSpPr>
        <p:spPr>
          <a:xfrm>
            <a:off x="6332883" y="1155732"/>
            <a:ext cx="2033223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1400" dirty="0">
                <a:latin typeface="Nokia Pure Text" panose="020B0504040602060303" pitchFamily="34" charset="0"/>
                <a:ea typeface="Nokia Pure Text" panose="020B0504040602060303" pitchFamily="34" charset="0"/>
                <a:cs typeface="Nokia Pure Text" panose="020B0504040602060303" pitchFamily="34" charset="0"/>
              </a:rPr>
              <a:t>Work together</a:t>
            </a:r>
          </a:p>
        </p:txBody>
      </p:sp>
    </p:spTree>
    <p:extLst>
      <p:ext uri="{BB962C8B-B14F-4D97-AF65-F5344CB8AC3E}">
        <p14:creationId xmlns:p14="http://schemas.microsoft.com/office/powerpoint/2010/main" val="26627437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F8F78553-5513-4EE9-A77A-E9B95FC154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Agile Software Development – principles (2)</a:t>
            </a:r>
            <a:endParaRPr lang="en-IN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9A1F0558-D9C6-44D1-A1EC-26170CD3E5F5}"/>
              </a:ext>
            </a:extLst>
          </p:cNvPr>
          <p:cNvGrpSpPr/>
          <p:nvPr/>
        </p:nvGrpSpPr>
        <p:grpSpPr>
          <a:xfrm>
            <a:off x="601096" y="811601"/>
            <a:ext cx="7878761" cy="3598934"/>
            <a:chOff x="601096" y="1235122"/>
            <a:chExt cx="7868439" cy="3219266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E891D109-A542-40E8-993F-94087AAC815F}"/>
                </a:ext>
              </a:extLst>
            </p:cNvPr>
            <p:cNvGrpSpPr/>
            <p:nvPr/>
          </p:nvGrpSpPr>
          <p:grpSpPr>
            <a:xfrm>
              <a:off x="601096" y="1320113"/>
              <a:ext cx="3635395" cy="2870135"/>
              <a:chOff x="601096" y="1312722"/>
              <a:chExt cx="3635395" cy="2870135"/>
            </a:xfrm>
          </p:grpSpPr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0B1F029C-19A0-4A6C-9313-6F4BC7081210}"/>
                  </a:ext>
                </a:extLst>
              </p:cNvPr>
              <p:cNvGrpSpPr/>
              <p:nvPr/>
            </p:nvGrpSpPr>
            <p:grpSpPr>
              <a:xfrm>
                <a:off x="601096" y="1312722"/>
                <a:ext cx="3635395" cy="613517"/>
                <a:chOff x="601096" y="1312722"/>
                <a:chExt cx="3635395" cy="613517"/>
              </a:xfrm>
            </p:grpSpPr>
            <p:grpSp>
              <p:nvGrpSpPr>
                <p:cNvPr id="5" name="Group 4">
                  <a:extLst>
                    <a:ext uri="{FF2B5EF4-FFF2-40B4-BE49-F238E27FC236}">
                      <a16:creationId xmlns:a16="http://schemas.microsoft.com/office/drawing/2014/main" id="{EE8BBF5F-97F2-4D9C-8D98-577A7B43778B}"/>
                    </a:ext>
                  </a:extLst>
                </p:cNvPr>
                <p:cNvGrpSpPr/>
                <p:nvPr/>
              </p:nvGrpSpPr>
              <p:grpSpPr>
                <a:xfrm>
                  <a:off x="601096" y="1350175"/>
                  <a:ext cx="642872" cy="576064"/>
                  <a:chOff x="618955" y="1434375"/>
                  <a:chExt cx="642872" cy="576064"/>
                </a:xfrm>
              </p:grpSpPr>
              <p:sp>
                <p:nvSpPr>
                  <p:cNvPr id="43" name="Oval 42">
                    <a:extLst>
                      <a:ext uri="{FF2B5EF4-FFF2-40B4-BE49-F238E27FC236}">
                        <a16:creationId xmlns:a16="http://schemas.microsoft.com/office/drawing/2014/main" id="{FCF91E65-4830-48A2-ACFF-1F94DD276803}"/>
                      </a:ext>
                    </a:extLst>
                  </p:cNvPr>
                  <p:cNvSpPr/>
                  <p:nvPr/>
                </p:nvSpPr>
                <p:spPr>
                  <a:xfrm>
                    <a:off x="652359" y="1434375"/>
                    <a:ext cx="576064" cy="576064"/>
                  </a:xfrm>
                  <a:prstGeom prst="ellipse">
                    <a:avLst/>
                  </a:prstGeom>
                  <a:solidFill>
                    <a:schemeClr val="tx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>
                    <a:defPPr>
                      <a:defRPr lang="ko-KR"/>
                    </a:defPPr>
                    <a:lvl1pPr marL="0" algn="l" defTabSz="914400" rtl="0" eaLnBrk="1" latinLnBrk="1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1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1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1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1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1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1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1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1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dirty="0">
                      <a:solidFill>
                        <a:schemeClr val="tx2"/>
                      </a:solidFill>
                    </a:endParaRPr>
                  </a:p>
                </p:txBody>
              </p:sp>
              <p:sp>
                <p:nvSpPr>
                  <p:cNvPr id="56" name="TextBox 32">
                    <a:extLst>
                      <a:ext uri="{FF2B5EF4-FFF2-40B4-BE49-F238E27FC236}">
                        <a16:creationId xmlns:a16="http://schemas.microsoft.com/office/drawing/2014/main" id="{33F3D98C-BB6B-4035-A2A9-5CD59C42B490}"/>
                      </a:ext>
                    </a:extLst>
                  </p:cNvPr>
                  <p:cNvSpPr txBox="1"/>
                  <p:nvPr/>
                </p:nvSpPr>
                <p:spPr>
                  <a:xfrm>
                    <a:off x="618955" y="1491575"/>
                    <a:ext cx="642872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>
                    <a:defPPr>
                      <a:defRPr lang="ko-KR"/>
                    </a:defPPr>
                    <a:lvl1pPr marL="0" algn="l" defTabSz="914400" rtl="0" eaLnBrk="1" latinLnBrk="1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1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1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1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1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1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1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1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1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r>
                      <a:rPr lang="en-US" altLang="ko-KR" sz="2400" dirty="0">
                        <a:solidFill>
                          <a:schemeClr val="bg1"/>
                        </a:solidFill>
                        <a:cs typeface="Arial" pitchFamily="34" charset="0"/>
                      </a:rPr>
                      <a:t>07</a:t>
                    </a:r>
                    <a:endParaRPr lang="ko-KR" altLang="en-US" sz="2400" dirty="0">
                      <a:solidFill>
                        <a:schemeClr val="bg1"/>
                      </a:solidFill>
                      <a:cs typeface="Arial" pitchFamily="34" charset="0"/>
                    </a:endParaRPr>
                  </a:p>
                </p:txBody>
              </p:sp>
            </p:grpSp>
            <p:grpSp>
              <p:nvGrpSpPr>
                <p:cNvPr id="4" name="Group 3">
                  <a:extLst>
                    <a:ext uri="{FF2B5EF4-FFF2-40B4-BE49-F238E27FC236}">
                      <a16:creationId xmlns:a16="http://schemas.microsoft.com/office/drawing/2014/main" id="{5A2074D2-B1CA-4A3E-82FB-F7686F1AA522}"/>
                    </a:ext>
                  </a:extLst>
                </p:cNvPr>
                <p:cNvGrpSpPr/>
                <p:nvPr/>
              </p:nvGrpSpPr>
              <p:grpSpPr>
                <a:xfrm>
                  <a:off x="1407110" y="1312722"/>
                  <a:ext cx="2829381" cy="529418"/>
                  <a:chOff x="1015198" y="1585207"/>
                  <a:chExt cx="2829381" cy="529418"/>
                </a:xfrm>
              </p:grpSpPr>
              <p:sp>
                <p:nvSpPr>
                  <p:cNvPr id="36" name="Rectangle 35">
                    <a:extLst>
                      <a:ext uri="{FF2B5EF4-FFF2-40B4-BE49-F238E27FC236}">
                        <a16:creationId xmlns:a16="http://schemas.microsoft.com/office/drawing/2014/main" id="{B9E9CB9B-E6EE-4AF7-9BA0-0E39E94D2CB9}"/>
                      </a:ext>
                    </a:extLst>
                  </p:cNvPr>
                  <p:cNvSpPr/>
                  <p:nvPr/>
                </p:nvSpPr>
                <p:spPr>
                  <a:xfrm>
                    <a:off x="1015198" y="1585207"/>
                    <a:ext cx="2829381" cy="192716"/>
                  </a:xfrm>
                  <a:prstGeom prst="rect">
                    <a:avLst/>
                  </a:prstGeom>
                </p:spPr>
                <p:txBody>
                  <a:bodyPr wrap="square" lIns="0" tIns="0" rIns="0" bIns="0">
                    <a:spAutoFit/>
                  </a:bodyPr>
                  <a:lstStyle/>
                  <a:p>
                    <a:r>
                      <a:rPr lang="en-IN" sz="1400" dirty="0">
                        <a:latin typeface="Nokia Pure Text" panose="020B0504040602060303" pitchFamily="34" charset="0"/>
                        <a:ea typeface="Nokia Pure Text" panose="020B0504040602060303" pitchFamily="34" charset="0"/>
                        <a:cs typeface="Nokia Pure Text" panose="020B0504040602060303" pitchFamily="34" charset="0"/>
                      </a:rPr>
                      <a:t>Working software equals progress</a:t>
                    </a:r>
                  </a:p>
                </p:txBody>
              </p:sp>
              <p:sp>
                <p:nvSpPr>
                  <p:cNvPr id="37" name="Rectangle 36">
                    <a:extLst>
                      <a:ext uri="{FF2B5EF4-FFF2-40B4-BE49-F238E27FC236}">
                        <a16:creationId xmlns:a16="http://schemas.microsoft.com/office/drawing/2014/main" id="{F9C62D03-399C-4556-993B-63D6D0C20A56}"/>
                      </a:ext>
                    </a:extLst>
                  </p:cNvPr>
                  <p:cNvSpPr/>
                  <p:nvPr/>
                </p:nvSpPr>
                <p:spPr>
                  <a:xfrm>
                    <a:off x="1015199" y="1866848"/>
                    <a:ext cx="2033224" cy="247777"/>
                  </a:xfrm>
                  <a:prstGeom prst="rect">
                    <a:avLst/>
                  </a:prstGeom>
                </p:spPr>
                <p:txBody>
                  <a:bodyPr wrap="square" lIns="0" tIns="0" rIns="0" bIns="0">
                    <a:spAutoFit/>
                  </a:bodyPr>
                  <a:lstStyle/>
                  <a:p>
                    <a:pPr algn="just"/>
                    <a:r>
                      <a:rPr lang="en-GB" sz="900" dirty="0">
                        <a:solidFill>
                          <a:srgbClr val="0070C0"/>
                        </a:solidFill>
                      </a:rPr>
                      <a:t>Working software is the primary measure of progress</a:t>
                    </a:r>
                    <a:endParaRPr lang="en-IN" sz="900" dirty="0">
                      <a:solidFill>
                        <a:srgbClr val="0070C0"/>
                      </a:solidFill>
                    </a:endParaRPr>
                  </a:p>
                </p:txBody>
              </p:sp>
            </p:grpSp>
          </p:grpSp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E28753D2-0715-459D-9F47-EFEC0649D39A}"/>
                  </a:ext>
                </a:extLst>
              </p:cNvPr>
              <p:cNvGrpSpPr/>
              <p:nvPr/>
            </p:nvGrpSpPr>
            <p:grpSpPr>
              <a:xfrm>
                <a:off x="601096" y="2441029"/>
                <a:ext cx="2839239" cy="777197"/>
                <a:chOff x="601096" y="2321876"/>
                <a:chExt cx="2839239" cy="777197"/>
              </a:xfrm>
            </p:grpSpPr>
            <p:grpSp>
              <p:nvGrpSpPr>
                <p:cNvPr id="7" name="Group 6">
                  <a:extLst>
                    <a:ext uri="{FF2B5EF4-FFF2-40B4-BE49-F238E27FC236}">
                      <a16:creationId xmlns:a16="http://schemas.microsoft.com/office/drawing/2014/main" id="{35676B3C-290F-48EB-9E04-DBAB8F69CEC3}"/>
                    </a:ext>
                  </a:extLst>
                </p:cNvPr>
                <p:cNvGrpSpPr/>
                <p:nvPr/>
              </p:nvGrpSpPr>
              <p:grpSpPr>
                <a:xfrm>
                  <a:off x="601096" y="2359331"/>
                  <a:ext cx="642872" cy="576064"/>
                  <a:chOff x="583237" y="2442487"/>
                  <a:chExt cx="642872" cy="576064"/>
                </a:xfrm>
              </p:grpSpPr>
              <p:sp>
                <p:nvSpPr>
                  <p:cNvPr id="44" name="Oval 43">
                    <a:extLst>
                      <a:ext uri="{FF2B5EF4-FFF2-40B4-BE49-F238E27FC236}">
                        <a16:creationId xmlns:a16="http://schemas.microsoft.com/office/drawing/2014/main" id="{1CD0F801-9880-4722-8D77-4A3585AA727E}"/>
                      </a:ext>
                    </a:extLst>
                  </p:cNvPr>
                  <p:cNvSpPr/>
                  <p:nvPr/>
                </p:nvSpPr>
                <p:spPr>
                  <a:xfrm>
                    <a:off x="616641" y="2442487"/>
                    <a:ext cx="576064" cy="576064"/>
                  </a:xfrm>
                  <a:prstGeom prst="ellipse">
                    <a:avLst/>
                  </a:prstGeom>
                  <a:solidFill>
                    <a:schemeClr val="tx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>
                    <a:defPPr>
                      <a:defRPr lang="ko-KR"/>
                    </a:defPPr>
                    <a:lvl1pPr marL="0" algn="l" defTabSz="914400" rtl="0" eaLnBrk="1" latinLnBrk="1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1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1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1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1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1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1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1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1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dirty="0">
                      <a:solidFill>
                        <a:schemeClr val="tx2"/>
                      </a:solidFill>
                    </a:endParaRPr>
                  </a:p>
                </p:txBody>
              </p:sp>
              <p:sp>
                <p:nvSpPr>
                  <p:cNvPr id="57" name="TextBox 33">
                    <a:extLst>
                      <a:ext uri="{FF2B5EF4-FFF2-40B4-BE49-F238E27FC236}">
                        <a16:creationId xmlns:a16="http://schemas.microsoft.com/office/drawing/2014/main" id="{2601A7A2-2A3C-447B-80A5-3630F45033EB}"/>
                      </a:ext>
                    </a:extLst>
                  </p:cNvPr>
                  <p:cNvSpPr txBox="1"/>
                  <p:nvPr/>
                </p:nvSpPr>
                <p:spPr>
                  <a:xfrm>
                    <a:off x="583237" y="2499687"/>
                    <a:ext cx="642872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>
                    <a:defPPr>
                      <a:defRPr lang="ko-KR"/>
                    </a:defPPr>
                    <a:lvl1pPr marL="0" algn="l" defTabSz="914400" rtl="0" eaLnBrk="1" latinLnBrk="1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1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1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1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1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1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1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1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1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r>
                      <a:rPr lang="en-US" altLang="ko-KR" sz="2400" dirty="0">
                        <a:solidFill>
                          <a:schemeClr val="bg1"/>
                        </a:solidFill>
                        <a:cs typeface="Arial" pitchFamily="34" charset="0"/>
                      </a:rPr>
                      <a:t>08</a:t>
                    </a:r>
                    <a:endParaRPr lang="ko-KR" altLang="en-US" sz="2400" dirty="0">
                      <a:solidFill>
                        <a:schemeClr val="bg1"/>
                      </a:solidFill>
                      <a:cs typeface="Arial" pitchFamily="34" charset="0"/>
                    </a:endParaRPr>
                  </a:p>
                </p:txBody>
              </p:sp>
            </p:grpSp>
            <p:grpSp>
              <p:nvGrpSpPr>
                <p:cNvPr id="39" name="Group 38">
                  <a:extLst>
                    <a:ext uri="{FF2B5EF4-FFF2-40B4-BE49-F238E27FC236}">
                      <a16:creationId xmlns:a16="http://schemas.microsoft.com/office/drawing/2014/main" id="{1CBEB682-FC87-4B3C-92A7-8DF8EF89695F}"/>
                    </a:ext>
                  </a:extLst>
                </p:cNvPr>
                <p:cNvGrpSpPr/>
                <p:nvPr/>
              </p:nvGrpSpPr>
              <p:grpSpPr>
                <a:xfrm>
                  <a:off x="1407111" y="2321876"/>
                  <a:ext cx="2033224" cy="777197"/>
                  <a:chOff x="1015199" y="1585205"/>
                  <a:chExt cx="2033224" cy="777197"/>
                </a:xfrm>
              </p:grpSpPr>
              <p:sp>
                <p:nvSpPr>
                  <p:cNvPr id="40" name="Rectangle 39">
                    <a:extLst>
                      <a:ext uri="{FF2B5EF4-FFF2-40B4-BE49-F238E27FC236}">
                        <a16:creationId xmlns:a16="http://schemas.microsoft.com/office/drawing/2014/main" id="{B35EB4C5-4038-451D-B50B-5CCAC259EDE2}"/>
                      </a:ext>
                    </a:extLst>
                  </p:cNvPr>
                  <p:cNvSpPr/>
                  <p:nvPr/>
                </p:nvSpPr>
                <p:spPr>
                  <a:xfrm>
                    <a:off x="1015199" y="1585205"/>
                    <a:ext cx="2033224" cy="192716"/>
                  </a:xfrm>
                  <a:prstGeom prst="rect">
                    <a:avLst/>
                  </a:prstGeom>
                </p:spPr>
                <p:txBody>
                  <a:bodyPr wrap="square" lIns="0" tIns="0" rIns="0" bIns="0">
                    <a:spAutoFit/>
                  </a:bodyPr>
                  <a:lstStyle/>
                  <a:p>
                    <a:r>
                      <a:rPr lang="en-IN" sz="1400" dirty="0">
                        <a:latin typeface="Nokia Pure Text" panose="020B0504040602060303" pitchFamily="34" charset="0"/>
                        <a:ea typeface="Nokia Pure Text" panose="020B0504040602060303" pitchFamily="34" charset="0"/>
                        <a:cs typeface="Nokia Pure Text" panose="020B0504040602060303" pitchFamily="34" charset="0"/>
                      </a:rPr>
                      <a:t>Constant pace</a:t>
                    </a:r>
                  </a:p>
                </p:txBody>
              </p:sp>
              <p:sp>
                <p:nvSpPr>
                  <p:cNvPr id="41" name="Rectangle 40">
                    <a:extLst>
                      <a:ext uri="{FF2B5EF4-FFF2-40B4-BE49-F238E27FC236}">
                        <a16:creationId xmlns:a16="http://schemas.microsoft.com/office/drawing/2014/main" id="{E1240D50-4A9D-4649-B43C-E2507857D4A9}"/>
                      </a:ext>
                    </a:extLst>
                  </p:cNvPr>
                  <p:cNvSpPr/>
                  <p:nvPr/>
                </p:nvSpPr>
                <p:spPr>
                  <a:xfrm>
                    <a:off x="1015199" y="1866848"/>
                    <a:ext cx="2033224" cy="495554"/>
                  </a:xfrm>
                  <a:prstGeom prst="rect">
                    <a:avLst/>
                  </a:prstGeom>
                </p:spPr>
                <p:txBody>
                  <a:bodyPr wrap="square" lIns="0" tIns="0" rIns="0" bIns="0">
                    <a:spAutoFit/>
                  </a:bodyPr>
                  <a:lstStyle/>
                  <a:p>
                    <a:pPr algn="just"/>
                    <a:r>
                      <a:rPr lang="en-GB" sz="900" dirty="0">
                        <a:solidFill>
                          <a:srgbClr val="0070C0"/>
                        </a:solidFill>
                      </a:rPr>
                      <a:t>Promote sustainable development.</a:t>
                    </a:r>
                  </a:p>
                  <a:p>
                    <a:pPr algn="just"/>
                    <a:r>
                      <a:rPr lang="en-GB" sz="900" dirty="0">
                        <a:solidFill>
                          <a:srgbClr val="0070C0"/>
                        </a:solidFill>
                      </a:rPr>
                      <a:t>The sponsors, developers, and users should be able to maintain a constant pace indefinitely</a:t>
                    </a:r>
                    <a:endParaRPr lang="en-IN" sz="900" dirty="0">
                      <a:solidFill>
                        <a:srgbClr val="0070C0"/>
                      </a:solidFill>
                    </a:endParaRPr>
                  </a:p>
                </p:txBody>
              </p:sp>
            </p:grpSp>
          </p:grpSp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F69AEF12-2FAE-417B-8FBA-CF76F86AFE8B}"/>
                  </a:ext>
                </a:extLst>
              </p:cNvPr>
              <p:cNvGrpSpPr/>
              <p:nvPr/>
            </p:nvGrpSpPr>
            <p:grpSpPr>
              <a:xfrm>
                <a:off x="601096" y="3569338"/>
                <a:ext cx="2839239" cy="613519"/>
                <a:chOff x="601096" y="3336417"/>
                <a:chExt cx="2839239" cy="613519"/>
              </a:xfrm>
            </p:grpSpPr>
            <p:grpSp>
              <p:nvGrpSpPr>
                <p:cNvPr id="8" name="Group 7">
                  <a:extLst>
                    <a:ext uri="{FF2B5EF4-FFF2-40B4-BE49-F238E27FC236}">
                      <a16:creationId xmlns:a16="http://schemas.microsoft.com/office/drawing/2014/main" id="{CC6F805D-E889-4C9A-8624-652059D2985D}"/>
                    </a:ext>
                  </a:extLst>
                </p:cNvPr>
                <p:cNvGrpSpPr/>
                <p:nvPr/>
              </p:nvGrpSpPr>
              <p:grpSpPr>
                <a:xfrm>
                  <a:off x="601096" y="3373872"/>
                  <a:ext cx="642872" cy="576064"/>
                  <a:chOff x="583237" y="3450599"/>
                  <a:chExt cx="642872" cy="576064"/>
                </a:xfrm>
              </p:grpSpPr>
              <p:sp>
                <p:nvSpPr>
                  <p:cNvPr id="45" name="Oval 44">
                    <a:extLst>
                      <a:ext uri="{FF2B5EF4-FFF2-40B4-BE49-F238E27FC236}">
                        <a16:creationId xmlns:a16="http://schemas.microsoft.com/office/drawing/2014/main" id="{57422B94-FC7D-46E4-B91B-B04710D68F64}"/>
                      </a:ext>
                    </a:extLst>
                  </p:cNvPr>
                  <p:cNvSpPr/>
                  <p:nvPr/>
                </p:nvSpPr>
                <p:spPr>
                  <a:xfrm>
                    <a:off x="616641" y="3450599"/>
                    <a:ext cx="576064" cy="576064"/>
                  </a:xfrm>
                  <a:prstGeom prst="ellipse">
                    <a:avLst/>
                  </a:prstGeom>
                  <a:solidFill>
                    <a:schemeClr val="tx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>
                    <a:defPPr>
                      <a:defRPr lang="ko-KR"/>
                    </a:defPPr>
                    <a:lvl1pPr marL="0" algn="l" defTabSz="914400" rtl="0" eaLnBrk="1" latinLnBrk="1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1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1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1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1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1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1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1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1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dirty="0">
                      <a:solidFill>
                        <a:schemeClr val="tx2"/>
                      </a:solidFill>
                    </a:endParaRPr>
                  </a:p>
                </p:txBody>
              </p:sp>
              <p:sp>
                <p:nvSpPr>
                  <p:cNvPr id="58" name="TextBox 34">
                    <a:extLst>
                      <a:ext uri="{FF2B5EF4-FFF2-40B4-BE49-F238E27FC236}">
                        <a16:creationId xmlns:a16="http://schemas.microsoft.com/office/drawing/2014/main" id="{AA90CB92-A237-40E3-A1C9-C6BA5ADCFB76}"/>
                      </a:ext>
                    </a:extLst>
                  </p:cNvPr>
                  <p:cNvSpPr txBox="1"/>
                  <p:nvPr/>
                </p:nvSpPr>
                <p:spPr>
                  <a:xfrm>
                    <a:off x="583237" y="3507799"/>
                    <a:ext cx="642872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>
                    <a:defPPr>
                      <a:defRPr lang="ko-KR"/>
                    </a:defPPr>
                    <a:lvl1pPr marL="0" algn="l" defTabSz="914400" rtl="0" eaLnBrk="1" latinLnBrk="1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1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1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1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1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1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1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1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1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r>
                      <a:rPr lang="en-US" altLang="ko-KR" sz="2400" dirty="0">
                        <a:solidFill>
                          <a:schemeClr val="bg1"/>
                        </a:solidFill>
                        <a:cs typeface="Arial" pitchFamily="34" charset="0"/>
                      </a:rPr>
                      <a:t>09</a:t>
                    </a:r>
                    <a:endParaRPr lang="ko-KR" altLang="en-US" sz="2400" dirty="0">
                      <a:solidFill>
                        <a:schemeClr val="bg1"/>
                      </a:solidFill>
                      <a:cs typeface="Arial" pitchFamily="34" charset="0"/>
                    </a:endParaRPr>
                  </a:p>
                </p:txBody>
              </p:sp>
            </p:grpSp>
            <p:grpSp>
              <p:nvGrpSpPr>
                <p:cNvPr id="42" name="Group 41">
                  <a:extLst>
                    <a:ext uri="{FF2B5EF4-FFF2-40B4-BE49-F238E27FC236}">
                      <a16:creationId xmlns:a16="http://schemas.microsoft.com/office/drawing/2014/main" id="{E8236E52-1911-468B-9E7C-E9619EAC65D2}"/>
                    </a:ext>
                  </a:extLst>
                </p:cNvPr>
                <p:cNvGrpSpPr/>
                <p:nvPr/>
              </p:nvGrpSpPr>
              <p:grpSpPr>
                <a:xfrm>
                  <a:off x="1407111" y="3336417"/>
                  <a:ext cx="2033224" cy="529420"/>
                  <a:chOff x="1015199" y="1585205"/>
                  <a:chExt cx="2033224" cy="529420"/>
                </a:xfrm>
              </p:grpSpPr>
              <p:sp>
                <p:nvSpPr>
                  <p:cNvPr id="74" name="Rectangle 73">
                    <a:extLst>
                      <a:ext uri="{FF2B5EF4-FFF2-40B4-BE49-F238E27FC236}">
                        <a16:creationId xmlns:a16="http://schemas.microsoft.com/office/drawing/2014/main" id="{15ADD96F-622D-43A0-91C3-2621144CAFBF}"/>
                      </a:ext>
                    </a:extLst>
                  </p:cNvPr>
                  <p:cNvSpPr/>
                  <p:nvPr/>
                </p:nvSpPr>
                <p:spPr>
                  <a:xfrm>
                    <a:off x="1015199" y="1585205"/>
                    <a:ext cx="2033224" cy="192716"/>
                  </a:xfrm>
                  <a:prstGeom prst="rect">
                    <a:avLst/>
                  </a:prstGeom>
                </p:spPr>
                <p:txBody>
                  <a:bodyPr wrap="square" lIns="0" tIns="0" rIns="0" bIns="0">
                    <a:spAutoFit/>
                  </a:bodyPr>
                  <a:lstStyle/>
                  <a:p>
                    <a:r>
                      <a:rPr lang="en-IN" sz="1400" dirty="0">
                        <a:latin typeface="Nokia Pure Text" panose="020B0504040602060303" pitchFamily="34" charset="0"/>
                        <a:ea typeface="Nokia Pure Text" panose="020B0504040602060303" pitchFamily="34" charset="0"/>
                        <a:cs typeface="Nokia Pure Text" panose="020B0504040602060303" pitchFamily="34" charset="0"/>
                      </a:rPr>
                      <a:t>Technical excellence</a:t>
                    </a:r>
                  </a:p>
                </p:txBody>
              </p:sp>
              <p:sp>
                <p:nvSpPr>
                  <p:cNvPr id="75" name="Rectangle 74">
                    <a:extLst>
                      <a:ext uri="{FF2B5EF4-FFF2-40B4-BE49-F238E27FC236}">
                        <a16:creationId xmlns:a16="http://schemas.microsoft.com/office/drawing/2014/main" id="{CA130A4C-2CDA-4127-AE3D-78EA747BD15F}"/>
                      </a:ext>
                    </a:extLst>
                  </p:cNvPr>
                  <p:cNvSpPr/>
                  <p:nvPr/>
                </p:nvSpPr>
                <p:spPr>
                  <a:xfrm>
                    <a:off x="1015199" y="1866848"/>
                    <a:ext cx="2033224" cy="247777"/>
                  </a:xfrm>
                  <a:prstGeom prst="rect">
                    <a:avLst/>
                  </a:prstGeom>
                </p:spPr>
                <p:txBody>
                  <a:bodyPr wrap="square" lIns="0" tIns="0" rIns="0" bIns="0">
                    <a:spAutoFit/>
                  </a:bodyPr>
                  <a:lstStyle/>
                  <a:p>
                    <a:pPr algn="just"/>
                    <a:r>
                      <a:rPr lang="en-GB" sz="900" dirty="0">
                        <a:solidFill>
                          <a:srgbClr val="0070C0"/>
                        </a:solidFill>
                      </a:rPr>
                      <a:t>Continuous attention to technical excellence and good design </a:t>
                    </a:r>
                    <a:endParaRPr lang="en-IN" sz="900" dirty="0">
                      <a:solidFill>
                        <a:srgbClr val="0070C0"/>
                      </a:solidFill>
                    </a:endParaRPr>
                  </a:p>
                </p:txBody>
              </p:sp>
            </p:grpSp>
          </p:grp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74D69339-7221-47E1-98E7-561B13B891B9}"/>
                </a:ext>
              </a:extLst>
            </p:cNvPr>
            <p:cNvGrpSpPr/>
            <p:nvPr/>
          </p:nvGrpSpPr>
          <p:grpSpPr>
            <a:xfrm>
              <a:off x="5630296" y="1320111"/>
              <a:ext cx="2839239" cy="3134277"/>
              <a:chOff x="5630296" y="1312720"/>
              <a:chExt cx="2839239" cy="3134277"/>
            </a:xfrm>
          </p:grpSpPr>
          <p:grpSp>
            <p:nvGrpSpPr>
              <p:cNvPr id="76" name="Group 75">
                <a:extLst>
                  <a:ext uri="{FF2B5EF4-FFF2-40B4-BE49-F238E27FC236}">
                    <a16:creationId xmlns:a16="http://schemas.microsoft.com/office/drawing/2014/main" id="{C0281082-D251-4C74-9021-68F50B327FA5}"/>
                  </a:ext>
                </a:extLst>
              </p:cNvPr>
              <p:cNvGrpSpPr/>
              <p:nvPr/>
            </p:nvGrpSpPr>
            <p:grpSpPr>
              <a:xfrm>
                <a:off x="5630296" y="1312720"/>
                <a:ext cx="2839239" cy="613519"/>
                <a:chOff x="601096" y="1312720"/>
                <a:chExt cx="2839239" cy="613519"/>
              </a:xfrm>
            </p:grpSpPr>
            <p:grpSp>
              <p:nvGrpSpPr>
                <p:cNvPr id="77" name="Group 76">
                  <a:extLst>
                    <a:ext uri="{FF2B5EF4-FFF2-40B4-BE49-F238E27FC236}">
                      <a16:creationId xmlns:a16="http://schemas.microsoft.com/office/drawing/2014/main" id="{578129A0-8E19-4116-92D4-D55F0558B55A}"/>
                    </a:ext>
                  </a:extLst>
                </p:cNvPr>
                <p:cNvGrpSpPr/>
                <p:nvPr/>
              </p:nvGrpSpPr>
              <p:grpSpPr>
                <a:xfrm>
                  <a:off x="601096" y="1350175"/>
                  <a:ext cx="642872" cy="576064"/>
                  <a:chOff x="618955" y="1434375"/>
                  <a:chExt cx="642872" cy="576064"/>
                </a:xfrm>
              </p:grpSpPr>
              <p:sp>
                <p:nvSpPr>
                  <p:cNvPr id="81" name="Oval 80">
                    <a:extLst>
                      <a:ext uri="{FF2B5EF4-FFF2-40B4-BE49-F238E27FC236}">
                        <a16:creationId xmlns:a16="http://schemas.microsoft.com/office/drawing/2014/main" id="{ED1516AE-50F8-46D1-93A6-A43C9E456B7E}"/>
                      </a:ext>
                    </a:extLst>
                  </p:cNvPr>
                  <p:cNvSpPr/>
                  <p:nvPr/>
                </p:nvSpPr>
                <p:spPr>
                  <a:xfrm>
                    <a:off x="652359" y="1434375"/>
                    <a:ext cx="576064" cy="576064"/>
                  </a:xfrm>
                  <a:prstGeom prst="ellipse">
                    <a:avLst/>
                  </a:prstGeom>
                  <a:solidFill>
                    <a:schemeClr val="tx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>
                    <a:defPPr>
                      <a:defRPr lang="ko-KR"/>
                    </a:defPPr>
                    <a:lvl1pPr marL="0" algn="l" defTabSz="914400" rtl="0" eaLnBrk="1" latinLnBrk="1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1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1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1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1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1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1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1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1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dirty="0">
                      <a:solidFill>
                        <a:schemeClr val="tx2"/>
                      </a:solidFill>
                    </a:endParaRPr>
                  </a:p>
                </p:txBody>
              </p:sp>
              <p:sp>
                <p:nvSpPr>
                  <p:cNvPr id="82" name="TextBox 32">
                    <a:extLst>
                      <a:ext uri="{FF2B5EF4-FFF2-40B4-BE49-F238E27FC236}">
                        <a16:creationId xmlns:a16="http://schemas.microsoft.com/office/drawing/2014/main" id="{1F9AC384-8D77-4C1B-BCFF-73315BDE23B4}"/>
                      </a:ext>
                    </a:extLst>
                  </p:cNvPr>
                  <p:cNvSpPr txBox="1"/>
                  <p:nvPr/>
                </p:nvSpPr>
                <p:spPr>
                  <a:xfrm>
                    <a:off x="618955" y="1491575"/>
                    <a:ext cx="642872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>
                    <a:defPPr>
                      <a:defRPr lang="ko-KR"/>
                    </a:defPPr>
                    <a:lvl1pPr marL="0" algn="l" defTabSz="914400" rtl="0" eaLnBrk="1" latinLnBrk="1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1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1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1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1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1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1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1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1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r>
                      <a:rPr lang="en-US" altLang="ko-KR" sz="2400" dirty="0">
                        <a:solidFill>
                          <a:schemeClr val="bg1"/>
                        </a:solidFill>
                        <a:cs typeface="Arial" pitchFamily="34" charset="0"/>
                      </a:rPr>
                      <a:t>10</a:t>
                    </a:r>
                    <a:endParaRPr lang="ko-KR" altLang="en-US" sz="2400" dirty="0">
                      <a:solidFill>
                        <a:schemeClr val="bg1"/>
                      </a:solidFill>
                      <a:cs typeface="Arial" pitchFamily="34" charset="0"/>
                    </a:endParaRPr>
                  </a:p>
                </p:txBody>
              </p:sp>
            </p:grpSp>
            <p:grpSp>
              <p:nvGrpSpPr>
                <p:cNvPr id="78" name="Group 77">
                  <a:extLst>
                    <a:ext uri="{FF2B5EF4-FFF2-40B4-BE49-F238E27FC236}">
                      <a16:creationId xmlns:a16="http://schemas.microsoft.com/office/drawing/2014/main" id="{E7DCD207-2EAA-4575-8652-21256015BFE3}"/>
                    </a:ext>
                  </a:extLst>
                </p:cNvPr>
                <p:cNvGrpSpPr/>
                <p:nvPr/>
              </p:nvGrpSpPr>
              <p:grpSpPr>
                <a:xfrm>
                  <a:off x="1407111" y="1312720"/>
                  <a:ext cx="2033224" cy="529420"/>
                  <a:chOff x="1015199" y="1585205"/>
                  <a:chExt cx="2033224" cy="529420"/>
                </a:xfrm>
              </p:grpSpPr>
              <p:sp>
                <p:nvSpPr>
                  <p:cNvPr id="79" name="Rectangle 78">
                    <a:extLst>
                      <a:ext uri="{FF2B5EF4-FFF2-40B4-BE49-F238E27FC236}">
                        <a16:creationId xmlns:a16="http://schemas.microsoft.com/office/drawing/2014/main" id="{973F6643-9DCE-48AF-875A-5CB5C901A029}"/>
                      </a:ext>
                    </a:extLst>
                  </p:cNvPr>
                  <p:cNvSpPr/>
                  <p:nvPr/>
                </p:nvSpPr>
                <p:spPr>
                  <a:xfrm>
                    <a:off x="1015199" y="1585205"/>
                    <a:ext cx="2033224" cy="192716"/>
                  </a:xfrm>
                  <a:prstGeom prst="rect">
                    <a:avLst/>
                  </a:prstGeom>
                </p:spPr>
                <p:txBody>
                  <a:bodyPr wrap="square" lIns="0" tIns="0" rIns="0" bIns="0">
                    <a:spAutoFit/>
                  </a:bodyPr>
                  <a:lstStyle/>
                  <a:p>
                    <a:r>
                      <a:rPr lang="en-IN" sz="1400" dirty="0">
                        <a:latin typeface="Nokia Pure Text" panose="020B0504040602060303" pitchFamily="34" charset="0"/>
                        <a:ea typeface="Nokia Pure Text" panose="020B0504040602060303" pitchFamily="34" charset="0"/>
                        <a:cs typeface="Nokia Pure Text" panose="020B0504040602060303" pitchFamily="34" charset="0"/>
                      </a:rPr>
                      <a:t>Simplicity</a:t>
                    </a:r>
                  </a:p>
                </p:txBody>
              </p:sp>
              <p:sp>
                <p:nvSpPr>
                  <p:cNvPr id="80" name="Rectangle 79">
                    <a:extLst>
                      <a:ext uri="{FF2B5EF4-FFF2-40B4-BE49-F238E27FC236}">
                        <a16:creationId xmlns:a16="http://schemas.microsoft.com/office/drawing/2014/main" id="{8D1E9449-42F6-44F3-B9F0-E956B50F6DB4}"/>
                      </a:ext>
                    </a:extLst>
                  </p:cNvPr>
                  <p:cNvSpPr/>
                  <p:nvPr/>
                </p:nvSpPr>
                <p:spPr>
                  <a:xfrm>
                    <a:off x="1015199" y="1866848"/>
                    <a:ext cx="2033224" cy="247777"/>
                  </a:xfrm>
                  <a:prstGeom prst="rect">
                    <a:avLst/>
                  </a:prstGeom>
                </p:spPr>
                <p:txBody>
                  <a:bodyPr wrap="square" lIns="0" tIns="0" rIns="0" bIns="0">
                    <a:spAutoFit/>
                  </a:bodyPr>
                  <a:lstStyle/>
                  <a:p>
                    <a:r>
                      <a:rPr lang="en-GB" sz="900" dirty="0">
                        <a:solidFill>
                          <a:srgbClr val="0070C0"/>
                        </a:solidFill>
                      </a:rPr>
                      <a:t>Simplicity--the art of maximizing the amount of work not done--is essential</a:t>
                    </a:r>
                    <a:endParaRPr lang="en-IN" sz="1200" dirty="0">
                      <a:solidFill>
                        <a:srgbClr val="0070C0"/>
                      </a:solidFill>
                    </a:endParaRPr>
                  </a:p>
                </p:txBody>
              </p:sp>
            </p:grpSp>
          </p:grpSp>
          <p:grpSp>
            <p:nvGrpSpPr>
              <p:cNvPr id="83" name="Group 82">
                <a:extLst>
                  <a:ext uri="{FF2B5EF4-FFF2-40B4-BE49-F238E27FC236}">
                    <a16:creationId xmlns:a16="http://schemas.microsoft.com/office/drawing/2014/main" id="{4A83A80E-54BE-4FDD-85C0-DA32D85E21FA}"/>
                  </a:ext>
                </a:extLst>
              </p:cNvPr>
              <p:cNvGrpSpPr/>
              <p:nvPr/>
            </p:nvGrpSpPr>
            <p:grpSpPr>
              <a:xfrm>
                <a:off x="5630296" y="2441029"/>
                <a:ext cx="2839239" cy="653308"/>
                <a:chOff x="601096" y="2321876"/>
                <a:chExt cx="2839239" cy="653308"/>
              </a:xfrm>
            </p:grpSpPr>
            <p:grpSp>
              <p:nvGrpSpPr>
                <p:cNvPr id="84" name="Group 83">
                  <a:extLst>
                    <a:ext uri="{FF2B5EF4-FFF2-40B4-BE49-F238E27FC236}">
                      <a16:creationId xmlns:a16="http://schemas.microsoft.com/office/drawing/2014/main" id="{44A8645A-1B88-49EC-9425-B2AA740B35D6}"/>
                    </a:ext>
                  </a:extLst>
                </p:cNvPr>
                <p:cNvGrpSpPr/>
                <p:nvPr/>
              </p:nvGrpSpPr>
              <p:grpSpPr>
                <a:xfrm>
                  <a:off x="601096" y="2359331"/>
                  <a:ext cx="642872" cy="576064"/>
                  <a:chOff x="583237" y="2442487"/>
                  <a:chExt cx="642872" cy="576064"/>
                </a:xfrm>
              </p:grpSpPr>
              <p:sp>
                <p:nvSpPr>
                  <p:cNvPr id="88" name="Oval 87">
                    <a:extLst>
                      <a:ext uri="{FF2B5EF4-FFF2-40B4-BE49-F238E27FC236}">
                        <a16:creationId xmlns:a16="http://schemas.microsoft.com/office/drawing/2014/main" id="{754CC3A9-2EF6-49FC-8B07-D2216FF0A890}"/>
                      </a:ext>
                    </a:extLst>
                  </p:cNvPr>
                  <p:cNvSpPr/>
                  <p:nvPr/>
                </p:nvSpPr>
                <p:spPr>
                  <a:xfrm>
                    <a:off x="616641" y="2442487"/>
                    <a:ext cx="576064" cy="576064"/>
                  </a:xfrm>
                  <a:prstGeom prst="ellipse">
                    <a:avLst/>
                  </a:prstGeom>
                  <a:solidFill>
                    <a:schemeClr val="tx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>
                    <a:defPPr>
                      <a:defRPr lang="ko-KR"/>
                    </a:defPPr>
                    <a:lvl1pPr marL="0" algn="l" defTabSz="914400" rtl="0" eaLnBrk="1" latinLnBrk="1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1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1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1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1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1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1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1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1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dirty="0">
                      <a:solidFill>
                        <a:schemeClr val="tx2"/>
                      </a:solidFill>
                    </a:endParaRPr>
                  </a:p>
                </p:txBody>
              </p:sp>
              <p:sp>
                <p:nvSpPr>
                  <p:cNvPr id="89" name="TextBox 33">
                    <a:extLst>
                      <a:ext uri="{FF2B5EF4-FFF2-40B4-BE49-F238E27FC236}">
                        <a16:creationId xmlns:a16="http://schemas.microsoft.com/office/drawing/2014/main" id="{6F226A9E-8CF8-4E9E-9ED1-142B9748A864}"/>
                      </a:ext>
                    </a:extLst>
                  </p:cNvPr>
                  <p:cNvSpPr txBox="1"/>
                  <p:nvPr/>
                </p:nvSpPr>
                <p:spPr>
                  <a:xfrm>
                    <a:off x="583237" y="2499687"/>
                    <a:ext cx="642872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>
                    <a:defPPr>
                      <a:defRPr lang="ko-KR"/>
                    </a:defPPr>
                    <a:lvl1pPr marL="0" algn="l" defTabSz="914400" rtl="0" eaLnBrk="1" latinLnBrk="1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1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1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1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1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1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1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1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1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r>
                      <a:rPr lang="en-US" altLang="ko-KR" sz="2400" dirty="0">
                        <a:solidFill>
                          <a:schemeClr val="bg1"/>
                        </a:solidFill>
                        <a:cs typeface="Arial" pitchFamily="34" charset="0"/>
                      </a:rPr>
                      <a:t>11</a:t>
                    </a:r>
                    <a:endParaRPr lang="ko-KR" altLang="en-US" sz="2400" dirty="0">
                      <a:solidFill>
                        <a:schemeClr val="bg1"/>
                      </a:solidFill>
                      <a:cs typeface="Arial" pitchFamily="34" charset="0"/>
                    </a:endParaRPr>
                  </a:p>
                </p:txBody>
              </p:sp>
            </p:grpSp>
            <p:grpSp>
              <p:nvGrpSpPr>
                <p:cNvPr id="85" name="Group 84">
                  <a:extLst>
                    <a:ext uri="{FF2B5EF4-FFF2-40B4-BE49-F238E27FC236}">
                      <a16:creationId xmlns:a16="http://schemas.microsoft.com/office/drawing/2014/main" id="{EAF9DA71-AE8F-45FF-9D80-5971D819ED0C}"/>
                    </a:ext>
                  </a:extLst>
                </p:cNvPr>
                <p:cNvGrpSpPr/>
                <p:nvPr/>
              </p:nvGrpSpPr>
              <p:grpSpPr>
                <a:xfrm>
                  <a:off x="1407111" y="2321876"/>
                  <a:ext cx="2033224" cy="653308"/>
                  <a:chOff x="1015199" y="1585205"/>
                  <a:chExt cx="2033224" cy="653308"/>
                </a:xfrm>
              </p:grpSpPr>
              <p:sp>
                <p:nvSpPr>
                  <p:cNvPr id="86" name="Rectangle 85">
                    <a:extLst>
                      <a:ext uri="{FF2B5EF4-FFF2-40B4-BE49-F238E27FC236}">
                        <a16:creationId xmlns:a16="http://schemas.microsoft.com/office/drawing/2014/main" id="{8959D7E5-9529-49F5-A09F-83FBA22BF6A0}"/>
                      </a:ext>
                    </a:extLst>
                  </p:cNvPr>
                  <p:cNvSpPr/>
                  <p:nvPr/>
                </p:nvSpPr>
                <p:spPr>
                  <a:xfrm>
                    <a:off x="1015199" y="1585205"/>
                    <a:ext cx="2033224" cy="192716"/>
                  </a:xfrm>
                  <a:prstGeom prst="rect">
                    <a:avLst/>
                  </a:prstGeom>
                </p:spPr>
                <p:txBody>
                  <a:bodyPr wrap="square" lIns="0" tIns="0" rIns="0" bIns="0">
                    <a:spAutoFit/>
                  </a:bodyPr>
                  <a:lstStyle/>
                  <a:p>
                    <a:r>
                      <a:rPr lang="en-IN" sz="1400" dirty="0">
                        <a:latin typeface="Nokia Pure Text" panose="020B0504040602060303" pitchFamily="34" charset="0"/>
                        <a:ea typeface="Nokia Pure Text" panose="020B0504040602060303" pitchFamily="34" charset="0"/>
                        <a:cs typeface="Nokia Pure Text" panose="020B0504040602060303" pitchFamily="34" charset="0"/>
                      </a:rPr>
                      <a:t>Self-organizing</a:t>
                    </a:r>
                  </a:p>
                </p:txBody>
              </p:sp>
              <p:sp>
                <p:nvSpPr>
                  <p:cNvPr id="87" name="Rectangle 86">
                    <a:extLst>
                      <a:ext uri="{FF2B5EF4-FFF2-40B4-BE49-F238E27FC236}">
                        <a16:creationId xmlns:a16="http://schemas.microsoft.com/office/drawing/2014/main" id="{CA909679-5C06-4F7A-A1AF-A448A3603B87}"/>
                      </a:ext>
                    </a:extLst>
                  </p:cNvPr>
                  <p:cNvSpPr/>
                  <p:nvPr/>
                </p:nvSpPr>
                <p:spPr>
                  <a:xfrm>
                    <a:off x="1015199" y="1866848"/>
                    <a:ext cx="2033224" cy="371665"/>
                  </a:xfrm>
                  <a:prstGeom prst="rect">
                    <a:avLst/>
                  </a:prstGeom>
                </p:spPr>
                <p:txBody>
                  <a:bodyPr wrap="square" lIns="0" tIns="0" rIns="0" bIns="0">
                    <a:spAutoFit/>
                  </a:bodyPr>
                  <a:lstStyle/>
                  <a:p>
                    <a:pPr algn="just"/>
                    <a:r>
                      <a:rPr lang="en-GB" sz="900" dirty="0">
                        <a:solidFill>
                          <a:srgbClr val="0070C0"/>
                        </a:solidFill>
                      </a:rPr>
                      <a:t>The best architectures, requirements, and designs emerge from self-organizing teams</a:t>
                    </a:r>
                    <a:endParaRPr lang="en-IN" sz="900" dirty="0">
                      <a:solidFill>
                        <a:srgbClr val="0070C0"/>
                      </a:solidFill>
                    </a:endParaRPr>
                  </a:p>
                </p:txBody>
              </p:sp>
            </p:grpSp>
          </p:grpSp>
          <p:grpSp>
            <p:nvGrpSpPr>
              <p:cNvPr id="90" name="Group 89">
                <a:extLst>
                  <a:ext uri="{FF2B5EF4-FFF2-40B4-BE49-F238E27FC236}">
                    <a16:creationId xmlns:a16="http://schemas.microsoft.com/office/drawing/2014/main" id="{83CF196B-E7C9-42EB-8477-E8DF5C55F481}"/>
                  </a:ext>
                </a:extLst>
              </p:cNvPr>
              <p:cNvGrpSpPr/>
              <p:nvPr/>
            </p:nvGrpSpPr>
            <p:grpSpPr>
              <a:xfrm>
                <a:off x="5630296" y="3569338"/>
                <a:ext cx="2839239" cy="877659"/>
                <a:chOff x="601096" y="3336417"/>
                <a:chExt cx="2839239" cy="877659"/>
              </a:xfrm>
            </p:grpSpPr>
            <p:grpSp>
              <p:nvGrpSpPr>
                <p:cNvPr id="91" name="Group 90">
                  <a:extLst>
                    <a:ext uri="{FF2B5EF4-FFF2-40B4-BE49-F238E27FC236}">
                      <a16:creationId xmlns:a16="http://schemas.microsoft.com/office/drawing/2014/main" id="{DB725C5C-263C-42B7-BFB5-6BC73FB3A980}"/>
                    </a:ext>
                  </a:extLst>
                </p:cNvPr>
                <p:cNvGrpSpPr/>
                <p:nvPr/>
              </p:nvGrpSpPr>
              <p:grpSpPr>
                <a:xfrm>
                  <a:off x="601096" y="3373872"/>
                  <a:ext cx="642872" cy="576064"/>
                  <a:chOff x="583237" y="3450599"/>
                  <a:chExt cx="642872" cy="576064"/>
                </a:xfrm>
              </p:grpSpPr>
              <p:sp>
                <p:nvSpPr>
                  <p:cNvPr id="95" name="Oval 94">
                    <a:extLst>
                      <a:ext uri="{FF2B5EF4-FFF2-40B4-BE49-F238E27FC236}">
                        <a16:creationId xmlns:a16="http://schemas.microsoft.com/office/drawing/2014/main" id="{ABDB50BA-F4B9-4CF6-9708-EC7B7646B763}"/>
                      </a:ext>
                    </a:extLst>
                  </p:cNvPr>
                  <p:cNvSpPr/>
                  <p:nvPr/>
                </p:nvSpPr>
                <p:spPr>
                  <a:xfrm>
                    <a:off x="616641" y="3450599"/>
                    <a:ext cx="576064" cy="576064"/>
                  </a:xfrm>
                  <a:prstGeom prst="ellipse">
                    <a:avLst/>
                  </a:prstGeom>
                  <a:solidFill>
                    <a:schemeClr val="tx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>
                    <a:defPPr>
                      <a:defRPr lang="ko-KR"/>
                    </a:defPPr>
                    <a:lvl1pPr marL="0" algn="l" defTabSz="914400" rtl="0" eaLnBrk="1" latinLnBrk="1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1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1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1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1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1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1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1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1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dirty="0">
                      <a:solidFill>
                        <a:schemeClr val="tx2"/>
                      </a:solidFill>
                    </a:endParaRPr>
                  </a:p>
                </p:txBody>
              </p:sp>
              <p:sp>
                <p:nvSpPr>
                  <p:cNvPr id="96" name="TextBox 34">
                    <a:extLst>
                      <a:ext uri="{FF2B5EF4-FFF2-40B4-BE49-F238E27FC236}">
                        <a16:creationId xmlns:a16="http://schemas.microsoft.com/office/drawing/2014/main" id="{0696E112-CC15-40A3-947E-9057B21E8F8C}"/>
                      </a:ext>
                    </a:extLst>
                  </p:cNvPr>
                  <p:cNvSpPr txBox="1"/>
                  <p:nvPr/>
                </p:nvSpPr>
                <p:spPr>
                  <a:xfrm>
                    <a:off x="583237" y="3507799"/>
                    <a:ext cx="642872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>
                    <a:defPPr>
                      <a:defRPr lang="ko-KR"/>
                    </a:defPPr>
                    <a:lvl1pPr marL="0" algn="l" defTabSz="914400" rtl="0" eaLnBrk="1" latinLnBrk="1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1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1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1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1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1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1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1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1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r>
                      <a:rPr lang="en-US" altLang="ko-KR" sz="2400" dirty="0">
                        <a:solidFill>
                          <a:schemeClr val="bg1"/>
                        </a:solidFill>
                        <a:cs typeface="Arial" pitchFamily="34" charset="0"/>
                      </a:rPr>
                      <a:t>12</a:t>
                    </a:r>
                    <a:endParaRPr lang="ko-KR" altLang="en-US" sz="2400" dirty="0">
                      <a:solidFill>
                        <a:schemeClr val="bg1"/>
                      </a:solidFill>
                      <a:cs typeface="Arial" pitchFamily="34" charset="0"/>
                    </a:endParaRPr>
                  </a:p>
                </p:txBody>
              </p:sp>
            </p:grpSp>
            <p:grpSp>
              <p:nvGrpSpPr>
                <p:cNvPr id="92" name="Group 91">
                  <a:extLst>
                    <a:ext uri="{FF2B5EF4-FFF2-40B4-BE49-F238E27FC236}">
                      <a16:creationId xmlns:a16="http://schemas.microsoft.com/office/drawing/2014/main" id="{FB4A7716-60F2-471E-9007-A78FF2ECAF8D}"/>
                    </a:ext>
                  </a:extLst>
                </p:cNvPr>
                <p:cNvGrpSpPr/>
                <p:nvPr/>
              </p:nvGrpSpPr>
              <p:grpSpPr>
                <a:xfrm>
                  <a:off x="1407111" y="3336417"/>
                  <a:ext cx="2033224" cy="877659"/>
                  <a:chOff x="1015199" y="1585205"/>
                  <a:chExt cx="2033224" cy="877659"/>
                </a:xfrm>
              </p:grpSpPr>
              <p:sp>
                <p:nvSpPr>
                  <p:cNvPr id="93" name="Rectangle 92">
                    <a:extLst>
                      <a:ext uri="{FF2B5EF4-FFF2-40B4-BE49-F238E27FC236}">
                        <a16:creationId xmlns:a16="http://schemas.microsoft.com/office/drawing/2014/main" id="{721694A8-75A4-497C-AF4A-B436CC722AF5}"/>
                      </a:ext>
                    </a:extLst>
                  </p:cNvPr>
                  <p:cNvSpPr/>
                  <p:nvPr/>
                </p:nvSpPr>
                <p:spPr>
                  <a:xfrm>
                    <a:off x="1015199" y="1585205"/>
                    <a:ext cx="2033224" cy="385431"/>
                  </a:xfrm>
                  <a:prstGeom prst="rect">
                    <a:avLst/>
                  </a:prstGeom>
                </p:spPr>
                <p:txBody>
                  <a:bodyPr wrap="square" lIns="0" tIns="0" rIns="0" bIns="0">
                    <a:spAutoFit/>
                  </a:bodyPr>
                  <a:lstStyle/>
                  <a:p>
                    <a:r>
                      <a:rPr lang="en-IN" sz="1400" dirty="0">
                        <a:latin typeface="Nokia Pure Text" panose="020B0504040602060303" pitchFamily="34" charset="0"/>
                        <a:ea typeface="Nokia Pure Text" panose="020B0504040602060303" pitchFamily="34" charset="0"/>
                        <a:cs typeface="Nokia Pure Text" panose="020B0504040602060303" pitchFamily="34" charset="0"/>
                      </a:rPr>
                      <a:t>Team reflection at regular intervals</a:t>
                    </a:r>
                  </a:p>
                </p:txBody>
              </p:sp>
              <p:sp>
                <p:nvSpPr>
                  <p:cNvPr id="94" name="Rectangle 93">
                    <a:extLst>
                      <a:ext uri="{FF2B5EF4-FFF2-40B4-BE49-F238E27FC236}">
                        <a16:creationId xmlns:a16="http://schemas.microsoft.com/office/drawing/2014/main" id="{A1A2EEA5-09D4-4446-83DB-1954CDDE990C}"/>
                      </a:ext>
                    </a:extLst>
                  </p:cNvPr>
                  <p:cNvSpPr/>
                  <p:nvPr/>
                </p:nvSpPr>
                <p:spPr>
                  <a:xfrm>
                    <a:off x="1015199" y="1967310"/>
                    <a:ext cx="2033224" cy="495554"/>
                  </a:xfrm>
                  <a:prstGeom prst="rect">
                    <a:avLst/>
                  </a:prstGeom>
                </p:spPr>
                <p:txBody>
                  <a:bodyPr wrap="square" lIns="0" tIns="0" rIns="0" bIns="0">
                    <a:spAutoFit/>
                  </a:bodyPr>
                  <a:lstStyle/>
                  <a:p>
                    <a:pPr algn="just"/>
                    <a:r>
                      <a:rPr lang="en-GB" sz="900" dirty="0">
                        <a:solidFill>
                          <a:srgbClr val="0070C0"/>
                        </a:solidFill>
                      </a:rPr>
                      <a:t>At regular intervals, the team reflects on how to become more effective, then tunes and adjusts its behaviour accordingly</a:t>
                    </a:r>
                    <a:endParaRPr lang="en-IN" sz="900" dirty="0">
                      <a:solidFill>
                        <a:srgbClr val="0070C0"/>
                      </a:solidFill>
                    </a:endParaRPr>
                  </a:p>
                </p:txBody>
              </p:sp>
            </p:grpSp>
          </p:grpSp>
        </p:grp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DDA2F021-1D44-48D7-A32A-C37051C054A0}"/>
                </a:ext>
              </a:extLst>
            </p:cNvPr>
            <p:cNvCxnSpPr/>
            <p:nvPr/>
          </p:nvCxnSpPr>
          <p:spPr>
            <a:xfrm>
              <a:off x="4535316" y="1235122"/>
              <a:ext cx="0" cy="3077571"/>
            </a:xfrm>
            <a:prstGeom prst="line">
              <a:avLst/>
            </a:prstGeom>
            <a:ln w="9525" cmpd="sng">
              <a:solidFill>
                <a:schemeClr val="tx2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8286714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0E8F42-B2AF-45C1-802F-15498634C2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Agile - summary</a:t>
            </a: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3A83311-E3E4-408C-8CB6-63AFA4AF1D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8066" y="1303906"/>
            <a:ext cx="2427348" cy="2356897"/>
          </a:xfrm>
          <a:prstGeom prst="rect">
            <a:avLst/>
          </a:prstGeom>
        </p:spPr>
      </p:pic>
      <p:sp>
        <p:nvSpPr>
          <p:cNvPr id="6" name="Rectangle 3">
            <a:extLst>
              <a:ext uri="{FF2B5EF4-FFF2-40B4-BE49-F238E27FC236}">
                <a16:creationId xmlns:a16="http://schemas.microsoft.com/office/drawing/2014/main" id="{C797EB90-5E62-4BF8-B78A-55EE709958E7}"/>
              </a:ext>
            </a:extLst>
          </p:cNvPr>
          <p:cNvSpPr txBox="1">
            <a:spLocks/>
          </p:cNvSpPr>
          <p:nvPr/>
        </p:nvSpPr>
        <p:spPr>
          <a:xfrm>
            <a:off x="439526" y="907376"/>
            <a:ext cx="3964725" cy="381858"/>
          </a:xfrm>
          <a:prstGeom prst="rect">
            <a:avLst/>
          </a:prstGeom>
          <a:solidFill>
            <a:srgbClr val="BEC8D2"/>
          </a:solidFill>
        </p:spPr>
        <p:txBody>
          <a:bodyPr anchor="ctr" anchorCtr="1"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ct val="0"/>
              </a:spcAft>
              <a:buNone/>
            </a:pPr>
            <a:r>
              <a:rPr lang="en-US" altLang="en-US" sz="1800" dirty="0">
                <a:solidFill>
                  <a:schemeClr val="bg2">
                    <a:lumMod val="50000"/>
                  </a:schemeClr>
                </a:solidFill>
              </a:rPr>
              <a:t>Agile is a </a:t>
            </a:r>
            <a:r>
              <a:rPr lang="en-US" altLang="en-US" sz="1800" b="1" dirty="0">
                <a:solidFill>
                  <a:schemeClr val="bg2">
                    <a:lumMod val="50000"/>
                  </a:schemeClr>
                </a:solidFill>
              </a:rPr>
              <a:t>philosophy</a:t>
            </a:r>
          </a:p>
        </p:txBody>
      </p:sp>
      <p:pic>
        <p:nvPicPr>
          <p:cNvPr id="7" name="Picture 4" descr="agile-scrum-8">
            <a:extLst>
              <a:ext uri="{FF2B5EF4-FFF2-40B4-BE49-F238E27FC236}">
                <a16:creationId xmlns:a16="http://schemas.microsoft.com/office/drawing/2014/main" id="{23257AE0-204A-49A0-8C47-091151CA0A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38184" y="1333564"/>
            <a:ext cx="3006861" cy="18789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3">
            <a:extLst>
              <a:ext uri="{FF2B5EF4-FFF2-40B4-BE49-F238E27FC236}">
                <a16:creationId xmlns:a16="http://schemas.microsoft.com/office/drawing/2014/main" id="{2A9202A5-8BC1-42DE-AFDC-4016BEE84FEB}"/>
              </a:ext>
            </a:extLst>
          </p:cNvPr>
          <p:cNvSpPr txBox="1">
            <a:spLocks/>
          </p:cNvSpPr>
          <p:nvPr/>
        </p:nvSpPr>
        <p:spPr>
          <a:xfrm>
            <a:off x="4635074" y="903191"/>
            <a:ext cx="3873984" cy="374520"/>
          </a:xfrm>
          <a:prstGeom prst="rect">
            <a:avLst/>
          </a:prstGeom>
          <a:solidFill>
            <a:srgbClr val="BEC8D2"/>
          </a:solidFill>
        </p:spPr>
        <p:txBody>
          <a:bodyPr anchor="ctr" anchorCtr="1"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ct val="0"/>
              </a:spcAft>
              <a:buNone/>
            </a:pPr>
            <a:r>
              <a:rPr lang="en-US" altLang="en-US" sz="1800" dirty="0">
                <a:solidFill>
                  <a:schemeClr val="bg2">
                    <a:lumMod val="50000"/>
                  </a:schemeClr>
                </a:solidFill>
              </a:rPr>
              <a:t>Scrum is a </a:t>
            </a:r>
            <a:r>
              <a:rPr lang="en-US" altLang="en-US" sz="1800" b="1" dirty="0">
                <a:solidFill>
                  <a:schemeClr val="bg2">
                    <a:lumMod val="50000"/>
                  </a:schemeClr>
                </a:solidFill>
              </a:rPr>
              <a:t>framework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FBDC6F6-66C5-433A-B97C-6DE705283B76}"/>
              </a:ext>
            </a:extLst>
          </p:cNvPr>
          <p:cNvSpPr/>
          <p:nvPr/>
        </p:nvSpPr>
        <p:spPr>
          <a:xfrm>
            <a:off x="445134" y="854771"/>
            <a:ext cx="3964726" cy="3768029"/>
          </a:xfrm>
          <a:prstGeom prst="rect">
            <a:avLst/>
          </a:prstGeom>
          <a:noFill/>
          <a:ln w="9525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D8C84F8-2ABD-4C10-A646-24F21EE85EE1}"/>
              </a:ext>
            </a:extLst>
          </p:cNvPr>
          <p:cNvSpPr/>
          <p:nvPr/>
        </p:nvSpPr>
        <p:spPr>
          <a:xfrm>
            <a:off x="4627842" y="854770"/>
            <a:ext cx="3873985" cy="3768029"/>
          </a:xfrm>
          <a:prstGeom prst="rect">
            <a:avLst/>
          </a:prstGeom>
          <a:noFill/>
          <a:ln w="9525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94EE6F1-DC8A-4442-A746-B0E57C6BF21A}"/>
              </a:ext>
            </a:extLst>
          </p:cNvPr>
          <p:cNvSpPr txBox="1"/>
          <p:nvPr/>
        </p:nvSpPr>
        <p:spPr>
          <a:xfrm>
            <a:off x="4775931" y="3466826"/>
            <a:ext cx="3591816" cy="960449"/>
          </a:xfrm>
          <a:prstGeom prst="rect">
            <a:avLst/>
          </a:prstGeom>
          <a:noFill/>
        </p:spPr>
        <p:txBody>
          <a:bodyPr wrap="square" lIns="72000" tIns="72000" rIns="72000" bIns="72000" rtlCol="0">
            <a:noAutofit/>
          </a:bodyPr>
          <a:lstStyle/>
          <a:p>
            <a:pPr marL="171450" indent="-171450" algn="just"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GB" sz="1000" dirty="0">
                <a:solidFill>
                  <a:srgbClr val="0070C0"/>
                </a:solidFill>
              </a:rPr>
              <a:t>Scrum is a process </a:t>
            </a:r>
            <a:r>
              <a:rPr lang="en-GB" sz="1000" b="1" dirty="0">
                <a:solidFill>
                  <a:srgbClr val="0070C0"/>
                </a:solidFill>
              </a:rPr>
              <a:t>framework</a:t>
            </a:r>
            <a:r>
              <a:rPr lang="en-GB" sz="1000" dirty="0">
                <a:solidFill>
                  <a:srgbClr val="0070C0"/>
                </a:solidFill>
              </a:rPr>
              <a:t> that has been used to manage work on complex products since the early 1990s</a:t>
            </a:r>
          </a:p>
          <a:p>
            <a:pPr marL="171450" indent="-171450" algn="just"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GB" sz="1000" dirty="0">
                <a:solidFill>
                  <a:srgbClr val="0070C0"/>
                </a:solidFill>
              </a:rPr>
              <a:t>A “process framework” is a particular set of practices that must be followed </a:t>
            </a:r>
          </a:p>
          <a:p>
            <a:pPr marL="171450" indent="-171450" algn="just"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GB" sz="1000" i="1" dirty="0">
                <a:solidFill>
                  <a:srgbClr val="0070C0"/>
                </a:solidFill>
              </a:rPr>
              <a:t>Ken </a:t>
            </a:r>
            <a:r>
              <a:rPr lang="en-GB" sz="1000" i="1" dirty="0" err="1">
                <a:solidFill>
                  <a:srgbClr val="0070C0"/>
                </a:solidFill>
              </a:rPr>
              <a:t>Schwaber</a:t>
            </a:r>
            <a:r>
              <a:rPr lang="en-GB" sz="1000" dirty="0">
                <a:solidFill>
                  <a:srgbClr val="0070C0"/>
                </a:solidFill>
              </a:rPr>
              <a:t> and </a:t>
            </a:r>
            <a:r>
              <a:rPr lang="en-GB" sz="1000" i="1" dirty="0">
                <a:solidFill>
                  <a:srgbClr val="0070C0"/>
                </a:solidFill>
              </a:rPr>
              <a:t>Jeff Sutherland </a:t>
            </a:r>
            <a:r>
              <a:rPr lang="en-GB" sz="1000" dirty="0">
                <a:solidFill>
                  <a:srgbClr val="0070C0"/>
                </a:solidFill>
              </a:rPr>
              <a:t>developed Scrum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FB6D8AE-B654-4313-AAFA-70B652042F95}"/>
              </a:ext>
            </a:extLst>
          </p:cNvPr>
          <p:cNvSpPr txBox="1"/>
          <p:nvPr/>
        </p:nvSpPr>
        <p:spPr>
          <a:xfrm>
            <a:off x="642173" y="3854267"/>
            <a:ext cx="3561436" cy="645370"/>
          </a:xfrm>
          <a:prstGeom prst="rect">
            <a:avLst/>
          </a:prstGeom>
          <a:noFill/>
        </p:spPr>
        <p:txBody>
          <a:bodyPr wrap="square" lIns="72000" tIns="72000" rIns="72000" bIns="72000" rtlCol="0">
            <a:noAutofit/>
          </a:bodyPr>
          <a:lstStyle/>
          <a:p>
            <a:pPr>
              <a:spcAft>
                <a:spcPts val="300"/>
              </a:spcAft>
              <a:buSzPct val="100000"/>
            </a:pPr>
            <a:r>
              <a:rPr lang="en-GB" sz="1000" dirty="0">
                <a:solidFill>
                  <a:srgbClr val="0070C0"/>
                </a:solidFill>
              </a:rPr>
              <a:t>Agile software development is a </a:t>
            </a:r>
            <a:r>
              <a:rPr lang="en-GB" sz="1000" b="1" dirty="0">
                <a:solidFill>
                  <a:srgbClr val="0070C0"/>
                </a:solidFill>
              </a:rPr>
              <a:t>philosophy</a:t>
            </a:r>
            <a:r>
              <a:rPr lang="en-GB" sz="1000" dirty="0">
                <a:solidFill>
                  <a:srgbClr val="0070C0"/>
                </a:solidFill>
              </a:rPr>
              <a:t> for managing software projects and teams</a:t>
            </a:r>
          </a:p>
        </p:txBody>
      </p:sp>
    </p:spTree>
    <p:extLst>
      <p:ext uri="{BB962C8B-B14F-4D97-AF65-F5344CB8AC3E}">
        <p14:creationId xmlns:p14="http://schemas.microsoft.com/office/powerpoint/2010/main" val="15391574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F554C7-E509-4EE8-A111-EE31D75437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Scrum - overview</a:t>
            </a:r>
            <a:endParaRPr lang="en-GB" dirty="0"/>
          </a:p>
        </p:txBody>
      </p:sp>
      <p:pic>
        <p:nvPicPr>
          <p:cNvPr id="6" name="Picture 5" descr="A picture containing screenshot&#10;&#10;Description automatically generated">
            <a:extLst>
              <a:ext uri="{FF2B5EF4-FFF2-40B4-BE49-F238E27FC236}">
                <a16:creationId xmlns:a16="http://schemas.microsoft.com/office/drawing/2014/main" id="{9B96D648-BB6D-4749-A4D6-15158953C7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9386" y="641883"/>
            <a:ext cx="8171029" cy="3922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82482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Object 12" hidden="1">
            <a:extLst>
              <a:ext uri="{FF2B5EF4-FFF2-40B4-BE49-F238E27FC236}">
                <a16:creationId xmlns:a16="http://schemas.microsoft.com/office/drawing/2014/main" id="{F21C99AB-D078-419F-B3A1-5D734CDB1D01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8" name="think-cell Slide" r:id="rId5" imgW="270" imgH="270" progId="TCLayout.ActiveDocument.1">
                  <p:embed/>
                </p:oleObj>
              </mc:Choice>
              <mc:Fallback>
                <p:oleObj name="think-cell Slide" r:id="rId5" imgW="270" imgH="270" progId="TCLayout.ActiveDocument.1">
                  <p:embed/>
                  <p:pic>
                    <p:nvPicPr>
                      <p:cNvPr id="13" name="Object 12" hidden="1">
                        <a:extLst>
                          <a:ext uri="{FF2B5EF4-FFF2-40B4-BE49-F238E27FC236}">
                            <a16:creationId xmlns:a16="http://schemas.microsoft.com/office/drawing/2014/main" id="{F21C99AB-D078-419F-B3A1-5D734CDB1D0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11" hidden="1">
            <a:extLst>
              <a:ext uri="{FF2B5EF4-FFF2-40B4-BE49-F238E27FC236}">
                <a16:creationId xmlns:a16="http://schemas.microsoft.com/office/drawing/2014/main" id="{DECB1224-3C5D-4458-B24C-6F3984AE1468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fontAlgn="auto"/>
            <a:endParaRPr lang="en-US" sz="2000" dirty="0">
              <a:solidFill>
                <a:schemeClr val="bg1"/>
              </a:solidFill>
              <a:latin typeface="Nokia Pure Text Light" panose="020B0304040602060303" pitchFamily="34" charset="0"/>
              <a:cs typeface="Arial" panose="020B0604020202020204" pitchFamily="34" charset="0"/>
              <a:sym typeface="Nokia Pure Text Light" panose="020B0304040602060303" pitchFamily="34" charset="0"/>
            </a:endParaRP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F8F78553-5513-4EE9-A77A-E9B95FC154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Scrum – Roles</a:t>
            </a:r>
            <a:endParaRPr lang="en-IN" dirty="0"/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73FB3C69-0F51-41D3-A3FA-4DB3F58E287B}"/>
              </a:ext>
            </a:extLst>
          </p:cNvPr>
          <p:cNvGrpSpPr/>
          <p:nvPr/>
        </p:nvGrpSpPr>
        <p:grpSpPr>
          <a:xfrm>
            <a:off x="2304000" y="837675"/>
            <a:ext cx="4536000" cy="684604"/>
            <a:chOff x="1189836" y="1245624"/>
            <a:chExt cx="3193201" cy="684604"/>
          </a:xfrm>
        </p:grpSpPr>
        <p:sp>
          <p:nvSpPr>
            <p:cNvPr id="44" name="Rectangle 13">
              <a:extLst>
                <a:ext uri="{FF2B5EF4-FFF2-40B4-BE49-F238E27FC236}">
                  <a16:creationId xmlns:a16="http://schemas.microsoft.com/office/drawing/2014/main" id="{57B3B30D-BABE-42DE-83C2-FBCD5352AC53}"/>
                </a:ext>
              </a:extLst>
            </p:cNvPr>
            <p:cNvSpPr>
              <a:spLocks/>
            </p:cNvSpPr>
            <p:nvPr/>
          </p:nvSpPr>
          <p:spPr bwMode="auto">
            <a:xfrm>
              <a:off x="1189837" y="1245624"/>
              <a:ext cx="3193200" cy="2154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400000"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spAutoFit/>
            </a:bodyPr>
            <a:lstStyle/>
            <a:p>
              <a:pPr lvl="0" defTabSz="309563" hangingPunct="0">
                <a:defRPr/>
              </a:pPr>
              <a:r>
                <a:rPr lang="en-IN" altLang="x-none" sz="1400" b="1" dirty="0">
                  <a:latin typeface="Nokia Pure Text" panose="020B0504040602060303" pitchFamily="34" charset="0"/>
                  <a:ea typeface="Nokia Pure Text" panose="020B0504040602060303" pitchFamily="34" charset="0"/>
                  <a:cs typeface="Nokia Pure Text" panose="020B0504040602060303" pitchFamily="34" charset="0"/>
                  <a:sym typeface="Arial" charset="0"/>
                </a:rPr>
                <a:t>Product Owner</a:t>
              </a:r>
              <a:endParaRPr kumimoji="0" lang="x-none" altLang="x-none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Nokia Pure Text" panose="020B0504040602060303" pitchFamily="34" charset="0"/>
                <a:ea typeface="Nokia Pure Text" panose="020B0504040602060303" pitchFamily="34" charset="0"/>
                <a:cs typeface="Nokia Pure Text" panose="020B0504040602060303" pitchFamily="34" charset="0"/>
                <a:sym typeface="Arial" charset="0"/>
              </a:endParaRPr>
            </a:p>
          </p:txBody>
        </p:sp>
        <p:sp>
          <p:nvSpPr>
            <p:cNvPr id="45" name="Rectangle 14">
              <a:extLst>
                <a:ext uri="{FF2B5EF4-FFF2-40B4-BE49-F238E27FC236}">
                  <a16:creationId xmlns:a16="http://schemas.microsoft.com/office/drawing/2014/main" id="{F4542F61-D595-44CD-9DC5-9416F9112EE3}"/>
                </a:ext>
              </a:extLst>
            </p:cNvPr>
            <p:cNvSpPr>
              <a:spLocks/>
            </p:cNvSpPr>
            <p:nvPr/>
          </p:nvSpPr>
          <p:spPr bwMode="auto">
            <a:xfrm>
              <a:off x="1189836" y="1514730"/>
              <a:ext cx="3193200" cy="41549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400000"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square" lIns="0" tIns="0" rIns="0" bIns="0">
              <a:spAutoFit/>
            </a:bodyPr>
            <a:lstStyle/>
            <a:p>
              <a:pPr marL="171450" lvl="0" indent="-171450" defTabSz="309563" hangingPunct="0">
                <a:buFont typeface="Arial" panose="020B0604020202020204" pitchFamily="34" charset="0"/>
                <a:buChar char="•"/>
                <a:defRPr/>
              </a:pPr>
              <a:r>
                <a:rPr lang="en-IN" altLang="x-none" sz="900" dirty="0">
                  <a:solidFill>
                    <a:srgbClr val="0070C0"/>
                  </a:solidFill>
                  <a:latin typeface="+mn-lt"/>
                  <a:cs typeface="Arial" charset="0"/>
                  <a:sym typeface="Arial" charset="0"/>
                </a:rPr>
                <a:t>Represents the client and the business in general for the product on which they’re working</a:t>
              </a:r>
            </a:p>
            <a:p>
              <a:pPr marL="171450" lvl="0" indent="-171450" defTabSz="309563" hangingPunct="0">
                <a:buFont typeface="Arial" panose="020B0604020202020204" pitchFamily="34" charset="0"/>
                <a:buChar char="•"/>
                <a:defRPr/>
              </a:pPr>
              <a:r>
                <a:rPr kumimoji="0" lang="en-IN" altLang="x-none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cs typeface="Arial" charset="0"/>
                  <a:sym typeface="Arial" charset="0"/>
                </a:rPr>
                <a:t>What to build next?</a:t>
              </a:r>
              <a:endParaRPr kumimoji="0" lang="x-none" altLang="x-none" sz="9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cs typeface="Arial" charset="0"/>
                <a:sym typeface="Arial" charset="0"/>
              </a:endParaRPr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B45C53C6-04C8-498D-A360-B4C771023B7B}"/>
              </a:ext>
            </a:extLst>
          </p:cNvPr>
          <p:cNvGrpSpPr/>
          <p:nvPr/>
        </p:nvGrpSpPr>
        <p:grpSpPr>
          <a:xfrm>
            <a:off x="383911" y="3721005"/>
            <a:ext cx="3127078" cy="684604"/>
            <a:chOff x="1189836" y="1245624"/>
            <a:chExt cx="3193201" cy="684604"/>
          </a:xfrm>
        </p:grpSpPr>
        <p:sp>
          <p:nvSpPr>
            <p:cNvPr id="47" name="Rectangle 13">
              <a:extLst>
                <a:ext uri="{FF2B5EF4-FFF2-40B4-BE49-F238E27FC236}">
                  <a16:creationId xmlns:a16="http://schemas.microsoft.com/office/drawing/2014/main" id="{34CF5F31-C99F-4732-AA3D-8EE72127CDE9}"/>
                </a:ext>
              </a:extLst>
            </p:cNvPr>
            <p:cNvSpPr>
              <a:spLocks/>
            </p:cNvSpPr>
            <p:nvPr/>
          </p:nvSpPr>
          <p:spPr bwMode="auto">
            <a:xfrm>
              <a:off x="1189837" y="1245624"/>
              <a:ext cx="3193200" cy="2154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400000"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spAutoFit/>
            </a:bodyPr>
            <a:lstStyle/>
            <a:p>
              <a:pPr lvl="0" defTabSz="309563" hangingPunct="0">
                <a:defRPr/>
              </a:pPr>
              <a:r>
                <a:rPr lang="en-IN" altLang="x-none" sz="1400" b="1" dirty="0">
                  <a:latin typeface="Nokia Pure Text" panose="020B0504040602060303" pitchFamily="34" charset="0"/>
                  <a:ea typeface="Nokia Pure Text" panose="020B0504040602060303" pitchFamily="34" charset="0"/>
                  <a:cs typeface="Nokia Pure Text" panose="020B0504040602060303" pitchFamily="34" charset="0"/>
                  <a:sym typeface="Arial" charset="0"/>
                </a:rPr>
                <a:t>Scrum Master</a:t>
              </a:r>
              <a:endParaRPr kumimoji="0" lang="x-none" altLang="x-none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Nokia Pure Text" panose="020B0504040602060303" pitchFamily="34" charset="0"/>
                <a:ea typeface="Nokia Pure Text" panose="020B0504040602060303" pitchFamily="34" charset="0"/>
                <a:cs typeface="Nokia Pure Text" panose="020B0504040602060303" pitchFamily="34" charset="0"/>
                <a:sym typeface="Arial" charset="0"/>
              </a:endParaRPr>
            </a:p>
          </p:txBody>
        </p:sp>
        <p:sp>
          <p:nvSpPr>
            <p:cNvPr id="52" name="Rectangle 14">
              <a:extLst>
                <a:ext uri="{FF2B5EF4-FFF2-40B4-BE49-F238E27FC236}">
                  <a16:creationId xmlns:a16="http://schemas.microsoft.com/office/drawing/2014/main" id="{BA381D8B-8426-453E-B399-7D1A8F254035}"/>
                </a:ext>
              </a:extLst>
            </p:cNvPr>
            <p:cNvSpPr>
              <a:spLocks/>
            </p:cNvSpPr>
            <p:nvPr/>
          </p:nvSpPr>
          <p:spPr bwMode="auto">
            <a:xfrm>
              <a:off x="1189836" y="1514730"/>
              <a:ext cx="3193200" cy="41549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400000"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square" lIns="0" tIns="0" rIns="0" bIns="0">
              <a:spAutoFit/>
            </a:bodyPr>
            <a:lstStyle/>
            <a:p>
              <a:pPr marL="171450" lvl="0" indent="-171450" defTabSz="309563" hangingPunct="0">
                <a:buFont typeface="Arial" panose="020B0604020202020204" pitchFamily="34" charset="0"/>
                <a:buChar char="•"/>
                <a:defRPr/>
              </a:pPr>
              <a:r>
                <a:rPr lang="en-IN" altLang="x-none" sz="900" dirty="0">
                  <a:solidFill>
                    <a:srgbClr val="0070C0"/>
                  </a:solidFill>
                  <a:latin typeface="+mn-lt"/>
                  <a:cs typeface="Arial" charset="0"/>
                  <a:sym typeface="Arial" charset="0"/>
                </a:rPr>
                <a:t>Responsible for ensuring the team has everything they need to deliver value</a:t>
              </a:r>
            </a:p>
            <a:p>
              <a:pPr marL="171450" lvl="0" indent="-171450" defTabSz="309563" hangingPunct="0">
                <a:buFont typeface="Arial" panose="020B0604020202020204" pitchFamily="34" charset="0"/>
                <a:buChar char="•"/>
                <a:defRPr/>
              </a:pPr>
              <a:r>
                <a:rPr kumimoji="0" lang="en-IN" altLang="x-none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cs typeface="Arial" charset="0"/>
                  <a:sym typeface="Arial" charset="0"/>
                </a:rPr>
                <a:t>How to build it on time?</a:t>
              </a:r>
              <a:endParaRPr kumimoji="0" lang="x-none" altLang="x-none" sz="9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cs typeface="Arial" charset="0"/>
                <a:sym typeface="Arial" charset="0"/>
              </a:endParaRPr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3D8704BB-662C-4934-AB00-A731261B2CB8}"/>
              </a:ext>
            </a:extLst>
          </p:cNvPr>
          <p:cNvGrpSpPr/>
          <p:nvPr/>
        </p:nvGrpSpPr>
        <p:grpSpPr>
          <a:xfrm>
            <a:off x="5585122" y="3721005"/>
            <a:ext cx="3127078" cy="684604"/>
            <a:chOff x="1189836" y="1245624"/>
            <a:chExt cx="3193201" cy="684604"/>
          </a:xfrm>
        </p:grpSpPr>
        <p:sp>
          <p:nvSpPr>
            <p:cNvPr id="54" name="Rectangle 13">
              <a:extLst>
                <a:ext uri="{FF2B5EF4-FFF2-40B4-BE49-F238E27FC236}">
                  <a16:creationId xmlns:a16="http://schemas.microsoft.com/office/drawing/2014/main" id="{BFC66D3A-F0D6-411C-9751-ECB75B381930}"/>
                </a:ext>
              </a:extLst>
            </p:cNvPr>
            <p:cNvSpPr>
              <a:spLocks/>
            </p:cNvSpPr>
            <p:nvPr/>
          </p:nvSpPr>
          <p:spPr bwMode="auto">
            <a:xfrm>
              <a:off x="1189837" y="1245624"/>
              <a:ext cx="3193200" cy="2154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400000"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spAutoFit/>
            </a:bodyPr>
            <a:lstStyle/>
            <a:p>
              <a:pPr lvl="0" defTabSz="309563" hangingPunct="0">
                <a:defRPr/>
              </a:pPr>
              <a:r>
                <a:rPr lang="en-IN" altLang="x-none" sz="1400" b="1" dirty="0">
                  <a:latin typeface="Nokia Pure Text" panose="020B0504040602060303" pitchFamily="34" charset="0"/>
                  <a:ea typeface="Nokia Pure Text" panose="020B0504040602060303" pitchFamily="34" charset="0"/>
                  <a:cs typeface="Nokia Pure Text" panose="020B0504040602060303" pitchFamily="34" charset="0"/>
                  <a:sym typeface="Arial" charset="0"/>
                </a:rPr>
                <a:t>Development Team</a:t>
              </a:r>
              <a:endParaRPr kumimoji="0" lang="x-none" altLang="x-none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Nokia Pure Text" panose="020B0504040602060303" pitchFamily="34" charset="0"/>
                <a:ea typeface="Nokia Pure Text" panose="020B0504040602060303" pitchFamily="34" charset="0"/>
                <a:cs typeface="Nokia Pure Text" panose="020B0504040602060303" pitchFamily="34" charset="0"/>
                <a:sym typeface="Arial" charset="0"/>
              </a:endParaRPr>
            </a:p>
          </p:txBody>
        </p:sp>
        <p:sp>
          <p:nvSpPr>
            <p:cNvPr id="55" name="Rectangle 14">
              <a:extLst>
                <a:ext uri="{FF2B5EF4-FFF2-40B4-BE49-F238E27FC236}">
                  <a16:creationId xmlns:a16="http://schemas.microsoft.com/office/drawing/2014/main" id="{C97C8B67-BC62-4CC7-9CF7-89E24C62FC6F}"/>
                </a:ext>
              </a:extLst>
            </p:cNvPr>
            <p:cNvSpPr>
              <a:spLocks/>
            </p:cNvSpPr>
            <p:nvPr/>
          </p:nvSpPr>
          <p:spPr bwMode="auto">
            <a:xfrm>
              <a:off x="1189836" y="1514730"/>
              <a:ext cx="3193200" cy="41549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400000"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square" lIns="0" tIns="0" rIns="0" bIns="0">
              <a:spAutoFit/>
            </a:bodyPr>
            <a:lstStyle/>
            <a:p>
              <a:pPr marL="171450" lvl="0" indent="-171450" defTabSz="309563" hangingPunct="0">
                <a:buFont typeface="Arial" panose="020B0604020202020204" pitchFamily="34" charset="0"/>
                <a:buChar char="•"/>
                <a:defRPr/>
              </a:pPr>
              <a:r>
                <a:rPr lang="en-IN" altLang="x-none" sz="900" dirty="0">
                  <a:solidFill>
                    <a:srgbClr val="0070C0"/>
                  </a:solidFill>
                  <a:latin typeface="+mn-lt"/>
                  <a:cs typeface="Arial" charset="0"/>
                  <a:sym typeface="Arial" charset="0"/>
                </a:rPr>
                <a:t>A group of cross-functional team members all focused on the delivery of working software</a:t>
              </a:r>
            </a:p>
            <a:p>
              <a:pPr marL="171450" lvl="0" indent="-171450" defTabSz="309563" hangingPunct="0">
                <a:buFont typeface="Arial" panose="020B0604020202020204" pitchFamily="34" charset="0"/>
                <a:buChar char="•"/>
                <a:defRPr/>
              </a:pPr>
              <a:r>
                <a:rPr kumimoji="0" lang="en-IN" altLang="x-none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cs typeface="Arial" charset="0"/>
                  <a:sym typeface="Arial" charset="0"/>
                </a:rPr>
                <a:t>How to build it best?</a:t>
              </a:r>
              <a:endParaRPr kumimoji="0" lang="x-none" altLang="x-none" sz="9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cs typeface="Arial" charset="0"/>
                <a:sym typeface="Arial" charset="0"/>
              </a:endParaRPr>
            </a:p>
          </p:txBody>
        </p:sp>
      </p:grpSp>
      <p:pic>
        <p:nvPicPr>
          <p:cNvPr id="4" name="Picture 3" descr="A picture containing sign&#10;&#10;Description automatically generated">
            <a:extLst>
              <a:ext uri="{FF2B5EF4-FFF2-40B4-BE49-F238E27FC236}">
                <a16:creationId xmlns:a16="http://schemas.microsoft.com/office/drawing/2014/main" id="{77BDF9CC-C4BE-44D7-88F8-F090C7BF67A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6376" y="1529775"/>
            <a:ext cx="2993690" cy="2067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32329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23">
            <a:extLst>
              <a:ext uri="{FF2B5EF4-FFF2-40B4-BE49-F238E27FC236}">
                <a16:creationId xmlns:a16="http://schemas.microsoft.com/office/drawing/2014/main" id="{34FDAA49-F79B-422A-9361-6F435C2F5BDF}"/>
              </a:ext>
            </a:extLst>
          </p:cNvPr>
          <p:cNvGrpSpPr/>
          <p:nvPr/>
        </p:nvGrpSpPr>
        <p:grpSpPr>
          <a:xfrm>
            <a:off x="414338" y="879475"/>
            <a:ext cx="8312062" cy="3678515"/>
            <a:chOff x="414338" y="879475"/>
            <a:chExt cx="8312062" cy="3678515"/>
          </a:xfrm>
        </p:grpSpPr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B4339F54-A12E-486B-A415-448378F97F45}"/>
                </a:ext>
              </a:extLst>
            </p:cNvPr>
            <p:cNvGrpSpPr/>
            <p:nvPr/>
          </p:nvGrpSpPr>
          <p:grpSpPr>
            <a:xfrm>
              <a:off x="414338" y="1495101"/>
              <a:ext cx="5054847" cy="2867263"/>
              <a:chOff x="414338" y="1458596"/>
              <a:chExt cx="5054847" cy="2867263"/>
            </a:xfrm>
          </p:grpSpPr>
          <p:sp>
            <p:nvSpPr>
              <p:cNvPr id="90" name="Text Box 9">
                <a:extLst>
                  <a:ext uri="{FF2B5EF4-FFF2-40B4-BE49-F238E27FC236}">
                    <a16:creationId xmlns:a16="http://schemas.microsoft.com/office/drawing/2014/main" id="{9B95066A-BDC2-44D9-BF55-6BBC52D7932B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3160058" y="4110415"/>
                <a:ext cx="2309127" cy="21544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flat" cmpd="sng">
                    <a:solidFill>
                      <a:srgbClr val="000000"/>
                    </a:solidFill>
                    <a:prstDash val="solid"/>
                    <a:miter lim="400000"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square" lIns="0" tIns="0" rIns="0" bIns="0" anchor="ctr">
                <a:spAutoFit/>
              </a:bodyPr>
              <a:lstStyle/>
              <a:p>
                <a:pPr marL="0" marR="0" lvl="0" indent="0" algn="l" defTabSz="309563" rtl="0" eaLnBrk="1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en-US" sz="1400" dirty="0">
                    <a:solidFill>
                      <a:srgbClr val="00C9FF"/>
                    </a:solidFill>
                    <a:cs typeface="Arial" panose="020B0604020202020204" pitchFamily="34" charset="0"/>
                    <a:sym typeface="Arial" panose="020B0604020202020204" pitchFamily="34" charset="0"/>
                  </a:rPr>
                  <a:t>Backlog Refinement</a:t>
                </a:r>
                <a:endParaRPr kumimoji="0" lang="en-US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C9FF"/>
                  </a:solidFill>
                  <a:effectLst/>
                  <a:uLnTx/>
                  <a:uFillTx/>
                  <a:latin typeface="+mn-lt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91" name="Text Box 10">
                <a:extLst>
                  <a:ext uri="{FF2B5EF4-FFF2-40B4-BE49-F238E27FC236}">
                    <a16:creationId xmlns:a16="http://schemas.microsoft.com/office/drawing/2014/main" id="{F7A4BA7C-4D8F-413C-9EF9-88FFEEAE9E1E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414338" y="1458596"/>
                <a:ext cx="2515707" cy="55399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flat" cmpd="sng">
                    <a:solidFill>
                      <a:srgbClr val="000000"/>
                    </a:solidFill>
                    <a:prstDash val="solid"/>
                    <a:miter lim="400000"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square" lIns="0" tIns="0" rIns="0" bIns="0">
                <a:spAutoFit/>
              </a:bodyPr>
              <a:lstStyle/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GB" sz="900" dirty="0">
                    <a:solidFill>
                      <a:srgbClr val="0070C0"/>
                    </a:solidFill>
                  </a:rPr>
                  <a:t>What can be delivered in the Increment resulting from the upcoming Sprint?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GB" sz="900" dirty="0">
                    <a:solidFill>
                      <a:srgbClr val="0070C0"/>
                    </a:solidFill>
                  </a:rPr>
                  <a:t>How will the work needed to deliver the Increment be achieved?</a:t>
                </a:r>
              </a:p>
            </p:txBody>
          </p:sp>
        </p:grpSp>
        <p:sp>
          <p:nvSpPr>
            <p:cNvPr id="26" name="AutoShape 18">
              <a:extLst>
                <a:ext uri="{FF2B5EF4-FFF2-40B4-BE49-F238E27FC236}">
                  <a16:creationId xmlns:a16="http://schemas.microsoft.com/office/drawing/2014/main" id="{88115B89-5690-40A0-B6A4-16D64D41DB2C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3494190" y="2314325"/>
              <a:ext cx="2155736" cy="722364"/>
            </a:xfrm>
            <a:custGeom>
              <a:avLst/>
              <a:gdLst>
                <a:gd name="T0" fmla="*/ 10800 w 21600"/>
                <a:gd name="T1" fmla="+- 0 12261 2923"/>
                <a:gd name="T2" fmla="*/ 12261 h 18677"/>
                <a:gd name="T3" fmla="*/ 10800 w 21600"/>
                <a:gd name="T4" fmla="+- 0 12261 2923"/>
                <a:gd name="T5" fmla="*/ 12261 h 18677"/>
                <a:gd name="T6" fmla="*/ 10800 w 21600"/>
                <a:gd name="T7" fmla="+- 0 12261 2923"/>
                <a:gd name="T8" fmla="*/ 12261 h 18677"/>
                <a:gd name="T9" fmla="*/ 10800 w 21600"/>
                <a:gd name="T10" fmla="+- 0 12261 2923"/>
                <a:gd name="T11" fmla="*/ 12261 h 18677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21600" h="18677">
                  <a:moveTo>
                    <a:pt x="0" y="18677"/>
                  </a:moveTo>
                  <a:cubicBezTo>
                    <a:pt x="565" y="14923"/>
                    <a:pt x="1448" y="11555"/>
                    <a:pt x="2560" y="8730"/>
                  </a:cubicBezTo>
                  <a:cubicBezTo>
                    <a:pt x="7135" y="-2897"/>
                    <a:pt x="14475" y="-2923"/>
                    <a:pt x="19040" y="8730"/>
                  </a:cubicBezTo>
                  <a:cubicBezTo>
                    <a:pt x="20185" y="11651"/>
                    <a:pt x="21048" y="15035"/>
                    <a:pt x="21600" y="18677"/>
                  </a:cubicBezTo>
                </a:path>
              </a:pathLst>
            </a:custGeom>
            <a:noFill/>
            <a:ln w="25400" cap="flat" cmpd="sng">
              <a:solidFill>
                <a:srgbClr val="EDF2F5"/>
              </a:solidFill>
              <a:prstDash val="solid"/>
              <a:miter lim="400000"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19050" tIns="19050" rIns="19050" bIns="19050" anchor="ctr"/>
            <a:lstStyle/>
            <a:p>
              <a:pPr marL="0" marR="0" lvl="0" indent="0" algn="ctr" defTabSz="309563" rtl="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Helvetica Light" charset="0"/>
                <a:cs typeface="Helvetica Light" charset="0"/>
                <a:sym typeface="Helvetica Light" charset="0"/>
              </a:endParaRPr>
            </a:p>
          </p:txBody>
        </p:sp>
        <p:sp>
          <p:nvSpPr>
            <p:cNvPr id="27" name="Oval 19">
              <a:extLst>
                <a:ext uri="{FF2B5EF4-FFF2-40B4-BE49-F238E27FC236}">
                  <a16:creationId xmlns:a16="http://schemas.microsoft.com/office/drawing/2014/main" id="{1E742EB0-1064-457C-B70A-D7AC427F5F9E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3369410" y="2129948"/>
              <a:ext cx="230524" cy="230515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</p:spPr>
          <p:txBody>
            <a:bodyPr lIns="19050" tIns="19050" rIns="19050" bIns="19050" anchor="ctr"/>
            <a:lstStyle/>
            <a:p>
              <a:pPr marL="0" marR="0" lvl="0" indent="0" algn="ctr" defTabSz="309563" rtl="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Helvetica Light" charset="0"/>
                <a:cs typeface="Helvetica Light" charset="0"/>
                <a:sym typeface="Helvetica Light" charset="0"/>
              </a:endParaRPr>
            </a:p>
          </p:txBody>
        </p:sp>
        <p:sp>
          <p:nvSpPr>
            <p:cNvPr id="28" name="Oval 20">
              <a:extLst>
                <a:ext uri="{FF2B5EF4-FFF2-40B4-BE49-F238E27FC236}">
                  <a16:creationId xmlns:a16="http://schemas.microsoft.com/office/drawing/2014/main" id="{E59955DB-9E21-4797-B458-3DF3B4AACFC2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3424215" y="2184750"/>
              <a:ext cx="120915" cy="12091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400000"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19050" tIns="19050" rIns="19050" bIns="19050" anchor="ctr"/>
            <a:lstStyle/>
            <a:p>
              <a:pPr marL="0" marR="0" lvl="0" indent="0" algn="ctr" defTabSz="309563" rtl="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Helvetica Light" charset="0"/>
                <a:cs typeface="Helvetica Light" charset="0"/>
                <a:sym typeface="Helvetica Light" charset="0"/>
              </a:endParaRPr>
            </a:p>
          </p:txBody>
        </p:sp>
        <p:sp>
          <p:nvSpPr>
            <p:cNvPr id="29" name="Oval 21">
              <a:extLst>
                <a:ext uri="{FF2B5EF4-FFF2-40B4-BE49-F238E27FC236}">
                  <a16:creationId xmlns:a16="http://schemas.microsoft.com/office/drawing/2014/main" id="{54DA7A73-CDFF-4C55-AEB2-311713A74A76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5136484" y="2704047"/>
              <a:ext cx="230524" cy="230515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</p:spPr>
          <p:txBody>
            <a:bodyPr lIns="19050" tIns="19050" rIns="19050" bIns="19050" anchor="ctr"/>
            <a:lstStyle/>
            <a:p>
              <a:pPr marL="0" marR="0" lvl="0" indent="0" algn="ctr" defTabSz="309563" rtl="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Helvetica Light" charset="0"/>
                <a:cs typeface="Helvetica Light" charset="0"/>
                <a:sym typeface="Helvetica Light" charset="0"/>
              </a:endParaRPr>
            </a:p>
          </p:txBody>
        </p:sp>
        <p:sp>
          <p:nvSpPr>
            <p:cNvPr id="30" name="Oval 22">
              <a:extLst>
                <a:ext uri="{FF2B5EF4-FFF2-40B4-BE49-F238E27FC236}">
                  <a16:creationId xmlns:a16="http://schemas.microsoft.com/office/drawing/2014/main" id="{E8B06AE4-0095-4459-AA6D-FC2EEE123626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5191289" y="2758849"/>
              <a:ext cx="120915" cy="12091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400000"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19050" tIns="19050" rIns="19050" bIns="19050" anchor="ctr"/>
            <a:lstStyle/>
            <a:p>
              <a:pPr marL="0" marR="0" lvl="0" indent="0" algn="ctr" defTabSz="309563" rtl="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Helvetica Light" charset="0"/>
                <a:cs typeface="Helvetica Light" charset="0"/>
                <a:sym typeface="Helvetica Light" charset="0"/>
              </a:endParaRPr>
            </a:p>
          </p:txBody>
        </p:sp>
        <p:sp>
          <p:nvSpPr>
            <p:cNvPr id="31" name="Oval 23">
              <a:extLst>
                <a:ext uri="{FF2B5EF4-FFF2-40B4-BE49-F238E27FC236}">
                  <a16:creationId xmlns:a16="http://schemas.microsoft.com/office/drawing/2014/main" id="{65FE388A-C284-4F74-B36B-D4DF4366B532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3777108" y="2704047"/>
              <a:ext cx="230524" cy="230515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</p:spPr>
          <p:txBody>
            <a:bodyPr lIns="19050" tIns="19050" rIns="19050" bIns="19050" anchor="ctr"/>
            <a:lstStyle/>
            <a:p>
              <a:pPr marL="0" marR="0" lvl="0" indent="0" algn="ctr" defTabSz="309563" rtl="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Helvetica Light" charset="0"/>
                <a:cs typeface="Helvetica Light" charset="0"/>
                <a:sym typeface="Helvetica Light" charset="0"/>
              </a:endParaRPr>
            </a:p>
          </p:txBody>
        </p:sp>
        <p:sp>
          <p:nvSpPr>
            <p:cNvPr id="32" name="Oval 24">
              <a:extLst>
                <a:ext uri="{FF2B5EF4-FFF2-40B4-BE49-F238E27FC236}">
                  <a16:creationId xmlns:a16="http://schemas.microsoft.com/office/drawing/2014/main" id="{55395FA6-07A5-46B8-976F-8867962988C1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3831913" y="2758849"/>
              <a:ext cx="120915" cy="12091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400000"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19050" tIns="19050" rIns="19050" bIns="19050" anchor="ctr"/>
            <a:lstStyle/>
            <a:p>
              <a:pPr marL="0" marR="0" lvl="0" indent="0" algn="ctr" defTabSz="309563" rtl="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Helvetica Light" charset="0"/>
                <a:cs typeface="Helvetica Light" charset="0"/>
                <a:sym typeface="Helvetica Light" charset="0"/>
              </a:endParaRPr>
            </a:p>
          </p:txBody>
        </p:sp>
        <p:sp>
          <p:nvSpPr>
            <p:cNvPr id="33" name="Oval 25">
              <a:extLst>
                <a:ext uri="{FF2B5EF4-FFF2-40B4-BE49-F238E27FC236}">
                  <a16:creationId xmlns:a16="http://schemas.microsoft.com/office/drawing/2014/main" id="{6051EEC6-AB02-46CB-90C1-31BFD6AD7C8F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4489975" y="2944510"/>
              <a:ext cx="230524" cy="230515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/>
          </p:spPr>
          <p:txBody>
            <a:bodyPr lIns="19050" tIns="19050" rIns="19050" bIns="19050" anchor="ctr"/>
            <a:lstStyle/>
            <a:p>
              <a:pPr marL="0" marR="0" lvl="0" indent="0" algn="ctr" defTabSz="309563" rtl="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Helvetica Light" charset="0"/>
                <a:cs typeface="Helvetica Light" charset="0"/>
                <a:sym typeface="Helvetica Light" charset="0"/>
              </a:endParaRPr>
            </a:p>
          </p:txBody>
        </p:sp>
        <p:sp>
          <p:nvSpPr>
            <p:cNvPr id="34" name="Oval 26">
              <a:extLst>
                <a:ext uri="{FF2B5EF4-FFF2-40B4-BE49-F238E27FC236}">
                  <a16:creationId xmlns:a16="http://schemas.microsoft.com/office/drawing/2014/main" id="{130095F8-2098-4FF6-83FA-17D76ACB9E8F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4544779" y="2999313"/>
              <a:ext cx="120915" cy="12091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400000"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19050" tIns="19050" rIns="19050" bIns="19050" anchor="ctr"/>
            <a:lstStyle/>
            <a:p>
              <a:pPr marL="0" marR="0" lvl="0" indent="0" algn="ctr" defTabSz="309563" rtl="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Helvetica Light" charset="0"/>
                <a:cs typeface="Helvetica Light" charset="0"/>
                <a:sym typeface="Helvetica Light" charset="0"/>
              </a:endParaRPr>
            </a:p>
          </p:txBody>
        </p:sp>
        <p:sp>
          <p:nvSpPr>
            <p:cNvPr id="35" name="Oval 27">
              <a:extLst>
                <a:ext uri="{FF2B5EF4-FFF2-40B4-BE49-F238E27FC236}">
                  <a16:creationId xmlns:a16="http://schemas.microsoft.com/office/drawing/2014/main" id="{A460B7CD-495D-4C73-B952-EA10A2EEB8D0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5556175" y="2128644"/>
              <a:ext cx="230524" cy="230515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</p:spPr>
          <p:txBody>
            <a:bodyPr lIns="19050" tIns="19050" rIns="19050" bIns="19050" anchor="ctr"/>
            <a:lstStyle/>
            <a:p>
              <a:pPr marL="0" marR="0" lvl="0" indent="0" algn="ctr" defTabSz="309563" rtl="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Helvetica Light" charset="0"/>
                <a:cs typeface="Helvetica Light" charset="0"/>
                <a:sym typeface="Helvetica Light" charset="0"/>
              </a:endParaRPr>
            </a:p>
          </p:txBody>
        </p:sp>
        <p:sp>
          <p:nvSpPr>
            <p:cNvPr id="36" name="Oval 28">
              <a:extLst>
                <a:ext uri="{FF2B5EF4-FFF2-40B4-BE49-F238E27FC236}">
                  <a16:creationId xmlns:a16="http://schemas.microsoft.com/office/drawing/2014/main" id="{9A111DA7-AC76-4B76-B3DD-3004CEF07151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5610979" y="2183447"/>
              <a:ext cx="120915" cy="12091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400000"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19050" tIns="19050" rIns="19050" bIns="19050" anchor="ctr"/>
            <a:lstStyle/>
            <a:p>
              <a:pPr marL="0" marR="0" lvl="0" indent="0" algn="ctr" defTabSz="309563" rtl="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Helvetica Light" charset="0"/>
                <a:cs typeface="Helvetica Light" charset="0"/>
                <a:sym typeface="Helvetica Light" charset="0"/>
              </a:endParaRPr>
            </a:p>
          </p:txBody>
        </p:sp>
        <p:sp>
          <p:nvSpPr>
            <p:cNvPr id="37" name="Oval 29">
              <a:extLst>
                <a:ext uri="{FF2B5EF4-FFF2-40B4-BE49-F238E27FC236}">
                  <a16:creationId xmlns:a16="http://schemas.microsoft.com/office/drawing/2014/main" id="{C5081F4C-52B3-41F8-9626-68592E2B7BCD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3708839" y="1013508"/>
              <a:ext cx="1726438" cy="1726370"/>
            </a:xfrm>
            <a:prstGeom prst="ellipse">
              <a:avLst/>
            </a:prstGeom>
            <a:solidFill>
              <a:srgbClr val="EDF2F5"/>
            </a:solidFill>
            <a:ln>
              <a:noFill/>
            </a:ln>
            <a:effectLst/>
          </p:spPr>
          <p:txBody>
            <a:bodyPr lIns="19050" tIns="19050" rIns="19050" bIns="19050" anchor="ctr"/>
            <a:lstStyle/>
            <a:p>
              <a:pPr marL="0" marR="0" lvl="0" indent="0" algn="ctr" defTabSz="309563" rtl="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Helvetica Light" charset="0"/>
                <a:cs typeface="Helvetica Light" charset="0"/>
                <a:sym typeface="Helvetica Light" charset="0"/>
              </a:endParaRPr>
            </a:p>
          </p:txBody>
        </p:sp>
        <p:sp>
          <p:nvSpPr>
            <p:cNvPr id="38" name="AutoShape 30">
              <a:extLst>
                <a:ext uri="{FF2B5EF4-FFF2-40B4-BE49-F238E27FC236}">
                  <a16:creationId xmlns:a16="http://schemas.microsoft.com/office/drawing/2014/main" id="{455CCE2D-9B31-4E56-B342-825FF02195F8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3577891" y="879475"/>
              <a:ext cx="1994521" cy="995191"/>
            </a:xfrm>
            <a:custGeom>
              <a:avLst/>
              <a:gdLst>
                <a:gd name="T0" fmla="*/ 10800 w 21600"/>
                <a:gd name="T1" fmla="*/ 9837 h 19675"/>
                <a:gd name="T2" fmla="*/ 10800 w 21600"/>
                <a:gd name="T3" fmla="*/ 9837 h 19675"/>
                <a:gd name="T4" fmla="*/ 10800 w 21600"/>
                <a:gd name="T5" fmla="*/ 9837 h 19675"/>
                <a:gd name="T6" fmla="*/ 10800 w 21600"/>
                <a:gd name="T7" fmla="*/ 9837 h 196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19675">
                  <a:moveTo>
                    <a:pt x="0" y="0"/>
                  </a:moveTo>
                  <a:cubicBezTo>
                    <a:pt x="5" y="5032"/>
                    <a:pt x="1060" y="10062"/>
                    <a:pt x="3164" y="13901"/>
                  </a:cubicBezTo>
                  <a:cubicBezTo>
                    <a:pt x="7381" y="21600"/>
                    <a:pt x="14219" y="21600"/>
                    <a:pt x="18436" y="13901"/>
                  </a:cubicBezTo>
                  <a:cubicBezTo>
                    <a:pt x="20540" y="10062"/>
                    <a:pt x="21595" y="5032"/>
                    <a:pt x="21600" y="0"/>
                  </a:cubicBezTo>
                  <a:lnTo>
                    <a:pt x="21304" y="0"/>
                  </a:lnTo>
                  <a:cubicBezTo>
                    <a:pt x="21298" y="4894"/>
                    <a:pt x="20273" y="9783"/>
                    <a:pt x="18227" y="13517"/>
                  </a:cubicBezTo>
                  <a:cubicBezTo>
                    <a:pt x="14125" y="21005"/>
                    <a:pt x="7475" y="21005"/>
                    <a:pt x="3373" y="13517"/>
                  </a:cubicBezTo>
                  <a:cubicBezTo>
                    <a:pt x="1327" y="9783"/>
                    <a:pt x="302" y="4894"/>
                    <a:pt x="296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EDF2F5"/>
            </a:solidFill>
            <a:ln>
              <a:noFill/>
            </a:ln>
            <a:effectLst/>
          </p:spPr>
          <p:txBody>
            <a:bodyPr lIns="19050" tIns="19050" rIns="19050" bIns="19050" anchor="ctr"/>
            <a:lstStyle/>
            <a:p>
              <a:pPr marL="0" marR="0" lvl="0" indent="0" algn="ctr" defTabSz="309563" rtl="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Helvetica Light" charset="0"/>
                <a:cs typeface="Helvetica Light" charset="0"/>
                <a:sym typeface="Helvetica Light" charset="0"/>
              </a:endParaRPr>
            </a:p>
          </p:txBody>
        </p:sp>
        <p:sp>
          <p:nvSpPr>
            <p:cNvPr id="39" name="AutoShape 31">
              <a:extLst>
                <a:ext uri="{FF2B5EF4-FFF2-40B4-BE49-F238E27FC236}">
                  <a16:creationId xmlns:a16="http://schemas.microsoft.com/office/drawing/2014/main" id="{53396939-F59A-4D12-9E6C-A11D07319AB3}"/>
                </a:ext>
              </a:extLst>
            </p:cNvPr>
            <p:cNvSpPr>
              <a:spLocks/>
            </p:cNvSpPr>
            <p:nvPr/>
          </p:nvSpPr>
          <p:spPr bwMode="auto">
            <a:xfrm rot="15072669">
              <a:off x="2527775" y="2023754"/>
              <a:ext cx="742988" cy="835018"/>
            </a:xfrm>
            <a:custGeom>
              <a:avLst/>
              <a:gdLst>
                <a:gd name="T0" fmla="+- 0 10800 961"/>
                <a:gd name="T1" fmla="*/ T0 w 19679"/>
                <a:gd name="T2" fmla="*/ 10800 h 21600"/>
                <a:gd name="T3" fmla="+- 0 10800 961"/>
                <a:gd name="T4" fmla="*/ T3 w 19679"/>
                <a:gd name="T5" fmla="*/ 10800 h 21600"/>
                <a:gd name="T6" fmla="+- 0 10800 961"/>
                <a:gd name="T7" fmla="*/ T6 w 19679"/>
                <a:gd name="T8" fmla="*/ 10800 h 21600"/>
                <a:gd name="T9" fmla="+- 0 10800 961"/>
                <a:gd name="T10" fmla="*/ T9 w 19679"/>
                <a:gd name="T11" fmla="*/ 10800 h 2160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9679" h="21600">
                  <a:moveTo>
                    <a:pt x="9839" y="0"/>
                  </a:moveTo>
                  <a:cubicBezTo>
                    <a:pt x="7321" y="0"/>
                    <a:pt x="4803" y="937"/>
                    <a:pt x="2882" y="2813"/>
                  </a:cubicBezTo>
                  <a:cubicBezTo>
                    <a:pt x="-961" y="6566"/>
                    <a:pt x="-961" y="12653"/>
                    <a:pt x="2882" y="16406"/>
                  </a:cubicBezTo>
                  <a:cubicBezTo>
                    <a:pt x="4480" y="17967"/>
                    <a:pt x="6493" y="18867"/>
                    <a:pt x="8574" y="19129"/>
                  </a:cubicBezTo>
                  <a:lnTo>
                    <a:pt x="9839" y="21600"/>
                  </a:lnTo>
                  <a:lnTo>
                    <a:pt x="11104" y="19129"/>
                  </a:lnTo>
                  <a:cubicBezTo>
                    <a:pt x="13185" y="18867"/>
                    <a:pt x="15198" y="17967"/>
                    <a:pt x="16796" y="16406"/>
                  </a:cubicBezTo>
                  <a:cubicBezTo>
                    <a:pt x="20639" y="12653"/>
                    <a:pt x="20639" y="6566"/>
                    <a:pt x="16796" y="2813"/>
                  </a:cubicBezTo>
                  <a:cubicBezTo>
                    <a:pt x="14875" y="937"/>
                    <a:pt x="12357" y="0"/>
                    <a:pt x="9839" y="0"/>
                  </a:cubicBezTo>
                  <a:close/>
                  <a:moveTo>
                    <a:pt x="9839" y="2266"/>
                  </a:moveTo>
                  <a:cubicBezTo>
                    <a:pt x="11763" y="2266"/>
                    <a:pt x="13686" y="2983"/>
                    <a:pt x="15154" y="4417"/>
                  </a:cubicBezTo>
                  <a:cubicBezTo>
                    <a:pt x="18090" y="7284"/>
                    <a:pt x="18090" y="11935"/>
                    <a:pt x="15154" y="14802"/>
                  </a:cubicBezTo>
                  <a:cubicBezTo>
                    <a:pt x="12218" y="17670"/>
                    <a:pt x="7460" y="17670"/>
                    <a:pt x="4524" y="14802"/>
                  </a:cubicBezTo>
                  <a:cubicBezTo>
                    <a:pt x="1588" y="11935"/>
                    <a:pt x="1588" y="7284"/>
                    <a:pt x="4524" y="4417"/>
                  </a:cubicBezTo>
                  <a:cubicBezTo>
                    <a:pt x="5992" y="2983"/>
                    <a:pt x="7915" y="2266"/>
                    <a:pt x="9839" y="226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ffectLst/>
          </p:spPr>
          <p:txBody>
            <a:bodyPr lIns="19050" tIns="19050" rIns="19050" bIns="19050" anchor="ctr"/>
            <a:lstStyle/>
            <a:p>
              <a:pPr marL="0" marR="0" lvl="0" indent="0" algn="ctr" defTabSz="309563" rtl="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Helvetica Light" charset="0"/>
                <a:cs typeface="Helvetica Light" charset="0"/>
                <a:sym typeface="Helvetica Light" charset="0"/>
              </a:endParaRPr>
            </a:p>
          </p:txBody>
        </p:sp>
        <p:sp>
          <p:nvSpPr>
            <p:cNvPr id="40" name="AutoShape 32">
              <a:extLst>
                <a:ext uri="{FF2B5EF4-FFF2-40B4-BE49-F238E27FC236}">
                  <a16:creationId xmlns:a16="http://schemas.microsoft.com/office/drawing/2014/main" id="{0D4E5910-00F9-495E-A3EA-CA712C8531F1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3161645" y="2947483"/>
              <a:ext cx="743160" cy="750321"/>
            </a:xfrm>
            <a:custGeom>
              <a:avLst/>
              <a:gdLst>
                <a:gd name="T0" fmla="+- 0 10800 792"/>
                <a:gd name="T1" fmla="*/ T0 w 20016"/>
                <a:gd name="T2" fmla="+- 0 10781 17"/>
                <a:gd name="T3" fmla="*/ 10781 h 21529"/>
                <a:gd name="T4" fmla="+- 0 10800 792"/>
                <a:gd name="T5" fmla="*/ T4 w 20016"/>
                <a:gd name="T6" fmla="+- 0 10781 17"/>
                <a:gd name="T7" fmla="*/ 10781 h 21529"/>
                <a:gd name="T8" fmla="+- 0 10800 792"/>
                <a:gd name="T9" fmla="*/ T8 w 20016"/>
                <a:gd name="T10" fmla="+- 0 10781 17"/>
                <a:gd name="T11" fmla="*/ 10781 h 21529"/>
                <a:gd name="T12" fmla="+- 0 10800 792"/>
                <a:gd name="T13" fmla="*/ T12 w 20016"/>
                <a:gd name="T14" fmla="+- 0 10781 17"/>
                <a:gd name="T15" fmla="*/ 10781 h 2152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0016" h="21529">
                  <a:moveTo>
                    <a:pt x="10331" y="5"/>
                  </a:moveTo>
                  <a:cubicBezTo>
                    <a:pt x="9667" y="-17"/>
                    <a:pt x="8989" y="33"/>
                    <a:pt x="8308" y="158"/>
                  </a:cubicBezTo>
                  <a:cubicBezTo>
                    <a:pt x="2862" y="1158"/>
                    <a:pt x="-792" y="6675"/>
                    <a:pt x="147" y="12476"/>
                  </a:cubicBezTo>
                  <a:cubicBezTo>
                    <a:pt x="538" y="14890"/>
                    <a:pt x="1668" y="16959"/>
                    <a:pt x="3240" y="18497"/>
                  </a:cubicBezTo>
                  <a:lnTo>
                    <a:pt x="2807" y="21529"/>
                  </a:lnTo>
                  <a:lnTo>
                    <a:pt x="5343" y="20080"/>
                  </a:lnTo>
                  <a:cubicBezTo>
                    <a:pt x="7229" y="21143"/>
                    <a:pt x="9442" y="21583"/>
                    <a:pt x="11708" y="21167"/>
                  </a:cubicBezTo>
                  <a:cubicBezTo>
                    <a:pt x="17154" y="20166"/>
                    <a:pt x="20808" y="14650"/>
                    <a:pt x="19869" y="8848"/>
                  </a:cubicBezTo>
                  <a:cubicBezTo>
                    <a:pt x="19399" y="5947"/>
                    <a:pt x="17869" y="3527"/>
                    <a:pt x="15777" y="1954"/>
                  </a:cubicBezTo>
                  <a:cubicBezTo>
                    <a:pt x="14207" y="774"/>
                    <a:pt x="12325" y="71"/>
                    <a:pt x="10331" y="5"/>
                  </a:cubicBezTo>
                  <a:close/>
                  <a:moveTo>
                    <a:pt x="10255" y="2519"/>
                  </a:moveTo>
                  <a:cubicBezTo>
                    <a:pt x="13809" y="2636"/>
                    <a:pt x="16915" y="5399"/>
                    <a:pt x="17543" y="9278"/>
                  </a:cubicBezTo>
                  <a:cubicBezTo>
                    <a:pt x="18260" y="13710"/>
                    <a:pt x="15469" y="17924"/>
                    <a:pt x="11308" y="18689"/>
                  </a:cubicBezTo>
                  <a:cubicBezTo>
                    <a:pt x="7147" y="19453"/>
                    <a:pt x="3191" y="16479"/>
                    <a:pt x="2473" y="12047"/>
                  </a:cubicBezTo>
                  <a:cubicBezTo>
                    <a:pt x="1756" y="7614"/>
                    <a:pt x="4547" y="3400"/>
                    <a:pt x="8708" y="2636"/>
                  </a:cubicBezTo>
                  <a:cubicBezTo>
                    <a:pt x="9228" y="2540"/>
                    <a:pt x="9747" y="2502"/>
                    <a:pt x="10255" y="251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ffectLst/>
          </p:spPr>
          <p:txBody>
            <a:bodyPr lIns="19050" tIns="19050" rIns="19050" bIns="19050" anchor="ctr"/>
            <a:lstStyle/>
            <a:p>
              <a:pPr marL="0" marR="0" lvl="0" indent="0" algn="ctr" defTabSz="309563" rtl="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Helvetica Light" charset="0"/>
                <a:cs typeface="Helvetica Light" charset="0"/>
                <a:sym typeface="Helvetica Light" charset="0"/>
              </a:endParaRPr>
            </a:p>
          </p:txBody>
        </p:sp>
        <p:sp>
          <p:nvSpPr>
            <p:cNvPr id="41" name="AutoShape 33">
              <a:extLst>
                <a:ext uri="{FF2B5EF4-FFF2-40B4-BE49-F238E27FC236}">
                  <a16:creationId xmlns:a16="http://schemas.microsoft.com/office/drawing/2014/main" id="{F08F97B0-9C3E-4409-9FC8-8044465D714A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5245698" y="2946214"/>
              <a:ext cx="743129" cy="743057"/>
            </a:xfrm>
            <a:custGeom>
              <a:avLst/>
              <a:gdLst>
                <a:gd name="T0" fmla="+- 0 10800 687"/>
                <a:gd name="T1" fmla="*/ T0 w 20226"/>
                <a:gd name="T2" fmla="+- 0 10727 93"/>
                <a:gd name="T3" fmla="*/ 10727 h 21268"/>
                <a:gd name="T4" fmla="+- 0 10800 687"/>
                <a:gd name="T5" fmla="*/ T4 w 20226"/>
                <a:gd name="T6" fmla="+- 0 10727 93"/>
                <a:gd name="T7" fmla="*/ 10727 h 21268"/>
                <a:gd name="T8" fmla="+- 0 10800 687"/>
                <a:gd name="T9" fmla="*/ T8 w 20226"/>
                <a:gd name="T10" fmla="+- 0 10727 93"/>
                <a:gd name="T11" fmla="*/ 10727 h 21268"/>
                <a:gd name="T12" fmla="+- 0 10800 687"/>
                <a:gd name="T13" fmla="*/ T12 w 20226"/>
                <a:gd name="T14" fmla="+- 0 10727 93"/>
                <a:gd name="T15" fmla="*/ 10727 h 21268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0226" h="21268">
                  <a:moveTo>
                    <a:pt x="10512" y="9"/>
                  </a:moveTo>
                  <a:cubicBezTo>
                    <a:pt x="8123" y="-93"/>
                    <a:pt x="5858" y="702"/>
                    <a:pt x="4046" y="2130"/>
                  </a:cubicBezTo>
                  <a:cubicBezTo>
                    <a:pt x="1976" y="3763"/>
                    <a:pt x="497" y="6225"/>
                    <a:pt x="103" y="9132"/>
                  </a:cubicBezTo>
                  <a:cubicBezTo>
                    <a:pt x="-687" y="14945"/>
                    <a:pt x="3158" y="20331"/>
                    <a:pt x="8687" y="21162"/>
                  </a:cubicBezTo>
                  <a:cubicBezTo>
                    <a:pt x="10987" y="21507"/>
                    <a:pt x="13209" y="21001"/>
                    <a:pt x="15085" y="19883"/>
                  </a:cubicBezTo>
                  <a:lnTo>
                    <a:pt x="17685" y="21250"/>
                  </a:lnTo>
                  <a:lnTo>
                    <a:pt x="17163" y="18244"/>
                  </a:lnTo>
                  <a:cubicBezTo>
                    <a:pt x="18709" y="16662"/>
                    <a:pt x="19795" y="14560"/>
                    <a:pt x="20123" y="12142"/>
                  </a:cubicBezTo>
                  <a:cubicBezTo>
                    <a:pt x="20913" y="6328"/>
                    <a:pt x="17071" y="939"/>
                    <a:pt x="11543" y="108"/>
                  </a:cubicBezTo>
                  <a:cubicBezTo>
                    <a:pt x="11197" y="56"/>
                    <a:pt x="10853" y="24"/>
                    <a:pt x="10512" y="9"/>
                  </a:cubicBezTo>
                  <a:close/>
                  <a:moveTo>
                    <a:pt x="10418" y="2516"/>
                  </a:moveTo>
                  <a:cubicBezTo>
                    <a:pt x="10679" y="2527"/>
                    <a:pt x="10942" y="2555"/>
                    <a:pt x="11206" y="2594"/>
                  </a:cubicBezTo>
                  <a:cubicBezTo>
                    <a:pt x="15430" y="3229"/>
                    <a:pt x="18366" y="7342"/>
                    <a:pt x="17763" y="11784"/>
                  </a:cubicBezTo>
                  <a:cubicBezTo>
                    <a:pt x="17159" y="16226"/>
                    <a:pt x="13244" y="19313"/>
                    <a:pt x="9020" y="18679"/>
                  </a:cubicBezTo>
                  <a:cubicBezTo>
                    <a:pt x="4796" y="18045"/>
                    <a:pt x="1863" y="13928"/>
                    <a:pt x="2467" y="9486"/>
                  </a:cubicBezTo>
                  <a:cubicBezTo>
                    <a:pt x="3032" y="5321"/>
                    <a:pt x="6505" y="2349"/>
                    <a:pt x="10418" y="251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ffectLst/>
          </p:spPr>
          <p:txBody>
            <a:bodyPr lIns="19050" tIns="19050" rIns="19050" bIns="19050" anchor="ctr"/>
            <a:lstStyle/>
            <a:p>
              <a:pPr marL="0" marR="0" lvl="0" indent="0" algn="ctr" defTabSz="309563" rtl="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Helvetica Light" charset="0"/>
                <a:cs typeface="Helvetica Light" charset="0"/>
                <a:sym typeface="Helvetica Light" charset="0"/>
              </a:endParaRPr>
            </a:p>
          </p:txBody>
        </p:sp>
        <p:sp>
          <p:nvSpPr>
            <p:cNvPr id="42" name="AutoShape 34">
              <a:extLst>
                <a:ext uri="{FF2B5EF4-FFF2-40B4-BE49-F238E27FC236}">
                  <a16:creationId xmlns:a16="http://schemas.microsoft.com/office/drawing/2014/main" id="{FD481590-4782-400F-B981-57A8874C2FC3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5819128" y="2068677"/>
              <a:ext cx="811360" cy="743179"/>
            </a:xfrm>
            <a:custGeom>
              <a:avLst/>
              <a:gdLst>
                <a:gd name="T0" fmla="+- 0 10943 286"/>
                <a:gd name="T1" fmla="*/ T0 w 21314"/>
                <a:gd name="T2" fmla="+- 0 10114 50"/>
                <a:gd name="T3" fmla="*/ 10114 h 20129"/>
                <a:gd name="T4" fmla="+- 0 10943 286"/>
                <a:gd name="T5" fmla="*/ T4 w 21314"/>
                <a:gd name="T6" fmla="+- 0 10114 50"/>
                <a:gd name="T7" fmla="*/ 10114 h 20129"/>
                <a:gd name="T8" fmla="+- 0 10943 286"/>
                <a:gd name="T9" fmla="*/ T8 w 21314"/>
                <a:gd name="T10" fmla="+- 0 10114 50"/>
                <a:gd name="T11" fmla="*/ 10114 h 20129"/>
                <a:gd name="T12" fmla="+- 0 10943 286"/>
                <a:gd name="T13" fmla="*/ T12 w 21314"/>
                <a:gd name="T14" fmla="+- 0 10114 50"/>
                <a:gd name="T15" fmla="*/ 10114 h 2012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1314" h="20129">
                  <a:moveTo>
                    <a:pt x="10091" y="6"/>
                  </a:moveTo>
                  <a:cubicBezTo>
                    <a:pt x="8517" y="-50"/>
                    <a:pt x="6911" y="286"/>
                    <a:pt x="5404" y="1062"/>
                  </a:cubicBezTo>
                  <a:cubicBezTo>
                    <a:pt x="2992" y="2303"/>
                    <a:pt x="1297" y="4433"/>
                    <a:pt x="505" y="6876"/>
                  </a:cubicBezTo>
                  <a:cubicBezTo>
                    <a:pt x="-286" y="9319"/>
                    <a:pt x="-175" y="12074"/>
                    <a:pt x="1029" y="14560"/>
                  </a:cubicBezTo>
                  <a:cubicBezTo>
                    <a:pt x="3436" y="19532"/>
                    <a:pt x="9302" y="21550"/>
                    <a:pt x="14124" y="19068"/>
                  </a:cubicBezTo>
                  <a:cubicBezTo>
                    <a:pt x="16130" y="18035"/>
                    <a:pt x="17628" y="16381"/>
                    <a:pt x="18535" y="14450"/>
                  </a:cubicBezTo>
                  <a:lnTo>
                    <a:pt x="21314" y="14041"/>
                  </a:lnTo>
                  <a:lnTo>
                    <a:pt x="19331" y="11997"/>
                  </a:lnTo>
                  <a:cubicBezTo>
                    <a:pt x="19733" y="9891"/>
                    <a:pt x="19498" y="7641"/>
                    <a:pt x="18496" y="5572"/>
                  </a:cubicBezTo>
                  <a:cubicBezTo>
                    <a:pt x="16841" y="2154"/>
                    <a:pt x="13551" y="130"/>
                    <a:pt x="10091" y="6"/>
                  </a:cubicBezTo>
                  <a:close/>
                  <a:moveTo>
                    <a:pt x="10013" y="2379"/>
                  </a:moveTo>
                  <a:cubicBezTo>
                    <a:pt x="12656" y="2473"/>
                    <a:pt x="15171" y="4020"/>
                    <a:pt x="16435" y="6631"/>
                  </a:cubicBezTo>
                  <a:cubicBezTo>
                    <a:pt x="18275" y="10430"/>
                    <a:pt x="16778" y="15046"/>
                    <a:pt x="13094" y="16943"/>
                  </a:cubicBezTo>
                  <a:cubicBezTo>
                    <a:pt x="9409" y="18840"/>
                    <a:pt x="4929" y="17297"/>
                    <a:pt x="3089" y="13498"/>
                  </a:cubicBezTo>
                  <a:cubicBezTo>
                    <a:pt x="1250" y="9699"/>
                    <a:pt x="2746" y="5083"/>
                    <a:pt x="6431" y="3186"/>
                  </a:cubicBezTo>
                  <a:cubicBezTo>
                    <a:pt x="7582" y="2594"/>
                    <a:pt x="8811" y="2336"/>
                    <a:pt x="10013" y="237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ffectLst/>
          </p:spPr>
          <p:txBody>
            <a:bodyPr lIns="19050" tIns="19050" rIns="19050" bIns="19050" anchor="ctr"/>
            <a:lstStyle/>
            <a:p>
              <a:pPr marL="0" marR="0" lvl="0" indent="0" algn="ctr" defTabSz="309563" rtl="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Helvetica Light" charset="0"/>
                <a:cs typeface="Helvetica Light" charset="0"/>
                <a:sym typeface="Helvetica Light" charset="0"/>
              </a:endParaRPr>
            </a:p>
          </p:txBody>
        </p:sp>
        <p:sp>
          <p:nvSpPr>
            <p:cNvPr id="43" name="AutoShape 35">
              <a:extLst>
                <a:ext uri="{FF2B5EF4-FFF2-40B4-BE49-F238E27FC236}">
                  <a16:creationId xmlns:a16="http://schemas.microsoft.com/office/drawing/2014/main" id="{32AF808A-F470-4C25-8694-FB88AA12E4A8}"/>
                </a:ext>
              </a:extLst>
            </p:cNvPr>
            <p:cNvSpPr>
              <a:spLocks/>
            </p:cNvSpPr>
            <p:nvPr/>
          </p:nvSpPr>
          <p:spPr bwMode="auto">
            <a:xfrm rot="6435102">
              <a:off x="4242242" y="3274670"/>
              <a:ext cx="812034" cy="743168"/>
            </a:xfrm>
            <a:custGeom>
              <a:avLst/>
              <a:gdLst>
                <a:gd name="T0" fmla="*/ 10655 w 21311"/>
                <a:gd name="T1" fmla="+- 0 10110 44"/>
                <a:gd name="T2" fmla="*/ 10110 h 20133"/>
                <a:gd name="T3" fmla="*/ 10655 w 21311"/>
                <a:gd name="T4" fmla="+- 0 10110 44"/>
                <a:gd name="T5" fmla="*/ 10110 h 20133"/>
                <a:gd name="T6" fmla="*/ 10655 w 21311"/>
                <a:gd name="T7" fmla="+- 0 10110 44"/>
                <a:gd name="T8" fmla="*/ 10110 h 20133"/>
                <a:gd name="T9" fmla="*/ 10655 w 21311"/>
                <a:gd name="T10" fmla="+- 0 10110 44"/>
                <a:gd name="T11" fmla="*/ 10110 h 20133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21311" h="20133">
                  <a:moveTo>
                    <a:pt x="11277" y="4"/>
                  </a:moveTo>
                  <a:cubicBezTo>
                    <a:pt x="7820" y="111"/>
                    <a:pt x="4524" y="2117"/>
                    <a:pt x="2854" y="5528"/>
                  </a:cubicBezTo>
                  <a:cubicBezTo>
                    <a:pt x="1844" y="7592"/>
                    <a:pt x="1599" y="9842"/>
                    <a:pt x="1991" y="11950"/>
                  </a:cubicBezTo>
                  <a:lnTo>
                    <a:pt x="0" y="13988"/>
                  </a:lnTo>
                  <a:lnTo>
                    <a:pt x="2773" y="14410"/>
                  </a:lnTo>
                  <a:cubicBezTo>
                    <a:pt x="3670" y="16347"/>
                    <a:pt x="5161" y="18007"/>
                    <a:pt x="7160" y="19049"/>
                  </a:cubicBezTo>
                  <a:cubicBezTo>
                    <a:pt x="11966" y="21556"/>
                    <a:pt x="17834" y="19566"/>
                    <a:pt x="20262" y="14605"/>
                  </a:cubicBezTo>
                  <a:cubicBezTo>
                    <a:pt x="21477" y="12124"/>
                    <a:pt x="21600" y="9373"/>
                    <a:pt x="20821" y="6926"/>
                  </a:cubicBezTo>
                  <a:cubicBezTo>
                    <a:pt x="20042" y="4479"/>
                    <a:pt x="18360" y="2337"/>
                    <a:pt x="15957" y="1084"/>
                  </a:cubicBezTo>
                  <a:cubicBezTo>
                    <a:pt x="14455" y="300"/>
                    <a:pt x="12849" y="-44"/>
                    <a:pt x="11277" y="4"/>
                  </a:cubicBezTo>
                  <a:close/>
                  <a:moveTo>
                    <a:pt x="11342" y="2381"/>
                  </a:moveTo>
                  <a:cubicBezTo>
                    <a:pt x="12543" y="2344"/>
                    <a:pt x="13770" y="2607"/>
                    <a:pt x="14917" y="3205"/>
                  </a:cubicBezTo>
                  <a:cubicBezTo>
                    <a:pt x="18590" y="5121"/>
                    <a:pt x="20062" y="9745"/>
                    <a:pt x="18207" y="13536"/>
                  </a:cubicBezTo>
                  <a:cubicBezTo>
                    <a:pt x="16352" y="17326"/>
                    <a:pt x="11871" y="18846"/>
                    <a:pt x="8199" y="16931"/>
                  </a:cubicBezTo>
                  <a:cubicBezTo>
                    <a:pt x="4527" y="15016"/>
                    <a:pt x="3054" y="10391"/>
                    <a:pt x="4910" y="6601"/>
                  </a:cubicBezTo>
                  <a:cubicBezTo>
                    <a:pt x="6185" y="3995"/>
                    <a:pt x="8701" y="2462"/>
                    <a:pt x="11342" y="238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/>
          </p:spPr>
          <p:txBody>
            <a:bodyPr lIns="19050" tIns="19050" rIns="19050" bIns="19050" anchor="ctr"/>
            <a:lstStyle/>
            <a:p>
              <a:pPr marL="0" marR="0" lvl="0" indent="0" algn="ctr" defTabSz="309563" rtl="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Helvetica Light" charset="0"/>
                <a:cs typeface="Helvetica Light" charset="0"/>
                <a:sym typeface="Helvetica Light" charset="0"/>
              </a:endParaRPr>
            </a:p>
          </p:txBody>
        </p:sp>
        <p:sp>
          <p:nvSpPr>
            <p:cNvPr id="44" name="Text Box 37">
              <a:extLst>
                <a:ext uri="{FF2B5EF4-FFF2-40B4-BE49-F238E27FC236}">
                  <a16:creationId xmlns:a16="http://schemas.microsoft.com/office/drawing/2014/main" id="{E871F176-C587-4D79-A423-F849B454B219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4591181" y="3530300"/>
              <a:ext cx="131280" cy="2769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400000"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spAutoFit/>
            </a:bodyPr>
            <a:lstStyle/>
            <a:p>
              <a:pPr marL="0" marR="0" lvl="0" indent="0" algn="ctr" defTabSz="309563" rtl="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C9FF"/>
                  </a:solidFill>
                  <a:effectLst/>
                  <a:uLnTx/>
                  <a:uFillTx/>
                  <a:latin typeface="+mn-lt"/>
                  <a:ea typeface="Nokia Pure Text" panose="020B0504040602060303" pitchFamily="34" charset="0"/>
                  <a:cs typeface="Nokia Pure Text" panose="020B0504040602060303" pitchFamily="34" charset="0"/>
                  <a:sym typeface="Arial" panose="020B0604020202020204" pitchFamily="34" charset="0"/>
                </a:rPr>
                <a:t>3</a:t>
              </a:r>
            </a:p>
          </p:txBody>
        </p:sp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CFFA9A61-2B50-4B26-80AC-7C8FA9FA3CFD}"/>
                </a:ext>
              </a:extLst>
            </p:cNvPr>
            <p:cNvGrpSpPr/>
            <p:nvPr/>
          </p:nvGrpSpPr>
          <p:grpSpPr>
            <a:xfrm>
              <a:off x="3959837" y="1276247"/>
              <a:ext cx="1224442" cy="1052856"/>
              <a:chOff x="3959837" y="1299097"/>
              <a:chExt cx="1224442" cy="1052856"/>
            </a:xfrm>
          </p:grpSpPr>
          <p:sp>
            <p:nvSpPr>
              <p:cNvPr id="65" name="Text Box 43">
                <a:extLst>
                  <a:ext uri="{FF2B5EF4-FFF2-40B4-BE49-F238E27FC236}">
                    <a16:creationId xmlns:a16="http://schemas.microsoft.com/office/drawing/2014/main" id="{9EA1DAB2-6F3B-445B-A30E-48B06BE908BC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3959837" y="1299097"/>
                <a:ext cx="1224442" cy="86177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flat" cmpd="sng">
                    <a:solidFill>
                      <a:srgbClr val="000000"/>
                    </a:solidFill>
                    <a:prstDash val="solid"/>
                    <a:miter lim="400000"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0" tIns="0" rIns="0" bIns="0">
                <a:spAutoFit/>
              </a:bodyPr>
              <a:lstStyle/>
              <a:p>
                <a:pPr marL="0" marR="0" lvl="0" indent="0" algn="ctr" defTabSz="309563" rtl="0" eaLnBrk="1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2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1135"/>
                    </a:solidFill>
                    <a:effectLst/>
                    <a:uLnTx/>
                    <a:uFillTx/>
                    <a:latin typeface="Nokia Pure Headline Ultra Light" panose="020B0204040602060303" pitchFamily="34" charset="0"/>
                    <a:cs typeface="Arial" panose="020B0604020202020204" pitchFamily="34" charset="0"/>
                    <a:sym typeface="Arial" panose="020B0604020202020204" pitchFamily="34" charset="0"/>
                  </a:rPr>
                  <a:t>Scrum Events</a:t>
                </a:r>
              </a:p>
            </p:txBody>
          </p:sp>
          <p:grpSp>
            <p:nvGrpSpPr>
              <p:cNvPr id="66" name="Group 45">
                <a:extLst>
                  <a:ext uri="{FF2B5EF4-FFF2-40B4-BE49-F238E27FC236}">
                    <a16:creationId xmlns:a16="http://schemas.microsoft.com/office/drawing/2014/main" id="{254A7AE6-EA07-421A-97B4-86FE956B56A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277213" y="2277384"/>
                <a:ext cx="568100" cy="74569"/>
                <a:chOff x="-69256" y="471477"/>
                <a:chExt cx="1822237" cy="239194"/>
              </a:xfrm>
            </p:grpSpPr>
            <p:sp>
              <p:nvSpPr>
                <p:cNvPr id="67" name="Oval 46">
                  <a:extLst>
                    <a:ext uri="{FF2B5EF4-FFF2-40B4-BE49-F238E27FC236}">
                      <a16:creationId xmlns:a16="http://schemas.microsoft.com/office/drawing/2014/main" id="{58A7E0B3-9E33-4FF9-BE71-D43BF21B742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88988" y="488859"/>
                  <a:ext cx="221812" cy="221812"/>
                </a:xfrm>
                <a:prstGeom prst="ellipse">
                  <a:avLst/>
                </a:prstGeom>
                <a:solidFill>
                  <a:schemeClr val="accent3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12700" cap="flat" cmpd="sng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lIns="19050" tIns="19050" rIns="19050" bIns="19050" anchor="ctr"/>
                <a:lstStyle/>
                <a:p>
                  <a:pPr marL="0" marR="0" lvl="0" indent="0" algn="ctr" defTabSz="309563" rtl="0" eaLnBrk="1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+mn-lt"/>
                    <a:ea typeface="Helvetica Light" charset="0"/>
                    <a:cs typeface="Helvetica Light" charset="0"/>
                    <a:sym typeface="Helvetica Light" charset="0"/>
                  </a:endParaRPr>
                </a:p>
              </p:txBody>
            </p:sp>
            <p:sp>
              <p:nvSpPr>
                <p:cNvPr id="68" name="Oval 47">
                  <a:extLst>
                    <a:ext uri="{FF2B5EF4-FFF2-40B4-BE49-F238E27FC236}">
                      <a16:creationId xmlns:a16="http://schemas.microsoft.com/office/drawing/2014/main" id="{E96F62CE-95EC-451C-ACAC-5E2B99E584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2791" y="481389"/>
                  <a:ext cx="221812" cy="221812"/>
                </a:xfrm>
                <a:prstGeom prst="ellipse">
                  <a:avLst/>
                </a:prstGeom>
                <a:solidFill>
                  <a:schemeClr val="tx2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12700" cap="flat" cmpd="sng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lIns="19050" tIns="19050" rIns="19050" bIns="19050" anchor="ctr"/>
                <a:lstStyle/>
                <a:p>
                  <a:pPr marL="0" marR="0" lvl="0" indent="0" algn="ctr" defTabSz="309563" rtl="0" eaLnBrk="1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+mn-lt"/>
                    <a:ea typeface="Helvetica Light" charset="0"/>
                    <a:cs typeface="Helvetica Light" charset="0"/>
                    <a:sym typeface="Helvetica Light" charset="0"/>
                  </a:endParaRPr>
                </a:p>
              </p:txBody>
            </p:sp>
            <p:sp>
              <p:nvSpPr>
                <p:cNvPr id="69" name="Oval 48">
                  <a:extLst>
                    <a:ext uri="{FF2B5EF4-FFF2-40B4-BE49-F238E27FC236}">
                      <a16:creationId xmlns:a16="http://schemas.microsoft.com/office/drawing/2014/main" id="{8C20786D-D6C6-40C3-A683-768A83F9AE5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-69256" y="471477"/>
                  <a:ext cx="221812" cy="221812"/>
                </a:xfrm>
                <a:prstGeom prst="ellipse">
                  <a:avLst/>
                </a:prstGeom>
                <a:solidFill>
                  <a:schemeClr val="tx2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12700" cap="flat" cmpd="sng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lIns="19050" tIns="19050" rIns="19050" bIns="19050" anchor="ctr"/>
                <a:lstStyle/>
                <a:p>
                  <a:pPr marL="0" marR="0" lvl="0" indent="0" algn="ctr" defTabSz="309563" rtl="0" eaLnBrk="1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+mn-lt"/>
                    <a:ea typeface="Helvetica Light" charset="0"/>
                    <a:cs typeface="Helvetica Light" charset="0"/>
                    <a:sym typeface="Helvetica Light" charset="0"/>
                  </a:endParaRPr>
                </a:p>
              </p:txBody>
            </p:sp>
            <p:sp>
              <p:nvSpPr>
                <p:cNvPr id="70" name="Oval 49">
                  <a:extLst>
                    <a:ext uri="{FF2B5EF4-FFF2-40B4-BE49-F238E27FC236}">
                      <a16:creationId xmlns:a16="http://schemas.microsoft.com/office/drawing/2014/main" id="{54D2FA9E-FFB9-4897-B5D4-80FD6F35283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48374" y="481389"/>
                  <a:ext cx="221812" cy="221812"/>
                </a:xfrm>
                <a:prstGeom prst="ellipse">
                  <a:avLst/>
                </a:prstGeom>
                <a:solidFill>
                  <a:schemeClr val="tx2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12700" cap="flat" cmpd="sng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lIns="19050" tIns="19050" rIns="19050" bIns="19050" anchor="ctr"/>
                <a:lstStyle/>
                <a:p>
                  <a:pPr marL="0" marR="0" lvl="0" indent="0" algn="ctr" defTabSz="309563" rtl="0" eaLnBrk="1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+mn-lt"/>
                    <a:ea typeface="Helvetica Light" charset="0"/>
                    <a:cs typeface="Helvetica Light" charset="0"/>
                    <a:sym typeface="Helvetica Light" charset="0"/>
                  </a:endParaRPr>
                </a:p>
              </p:txBody>
            </p:sp>
            <p:sp>
              <p:nvSpPr>
                <p:cNvPr id="89" name="Oval 50">
                  <a:extLst>
                    <a:ext uri="{FF2B5EF4-FFF2-40B4-BE49-F238E27FC236}">
                      <a16:creationId xmlns:a16="http://schemas.microsoft.com/office/drawing/2014/main" id="{01D73DF0-408A-4AE0-B5FE-44E363A55D9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531169" y="481389"/>
                  <a:ext cx="221812" cy="221812"/>
                </a:xfrm>
                <a:prstGeom prst="ellipse">
                  <a:avLst/>
                </a:prstGeom>
                <a:solidFill>
                  <a:schemeClr val="tx2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12700" cap="flat" cmpd="sng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lIns="19050" tIns="19050" rIns="19050" bIns="19050" anchor="ctr"/>
                <a:lstStyle/>
                <a:p>
                  <a:pPr marL="0" marR="0" lvl="0" indent="0" algn="ctr" defTabSz="309563" rtl="0" eaLnBrk="1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+mn-lt"/>
                    <a:ea typeface="Helvetica Light" charset="0"/>
                    <a:cs typeface="Helvetica Light" charset="0"/>
                    <a:sym typeface="Helvetica Light" charset="0"/>
                  </a:endParaRPr>
                </a:p>
              </p:txBody>
            </p:sp>
          </p:grpSp>
        </p:grpSp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398C3FE0-0510-490F-A5C0-EBC9C53AFF49}"/>
                </a:ext>
              </a:extLst>
            </p:cNvPr>
            <p:cNvGrpSpPr/>
            <p:nvPr/>
          </p:nvGrpSpPr>
          <p:grpSpPr>
            <a:xfrm>
              <a:off x="1014409" y="3043953"/>
              <a:ext cx="2147235" cy="712467"/>
              <a:chOff x="414338" y="1161627"/>
              <a:chExt cx="2147235" cy="712467"/>
            </a:xfrm>
          </p:grpSpPr>
          <p:sp>
            <p:nvSpPr>
              <p:cNvPr id="63" name="Text Box 9">
                <a:extLst>
                  <a:ext uri="{FF2B5EF4-FFF2-40B4-BE49-F238E27FC236}">
                    <a16:creationId xmlns:a16="http://schemas.microsoft.com/office/drawing/2014/main" id="{A2A577D9-00DF-4EBE-985B-45D4F945805C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414338" y="1161627"/>
                <a:ext cx="1976455" cy="21544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flat" cmpd="sng">
                    <a:solidFill>
                      <a:srgbClr val="000000"/>
                    </a:solidFill>
                    <a:prstDash val="solid"/>
                    <a:miter lim="400000"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square" lIns="0" tIns="0" rIns="0" bIns="0" anchor="ctr">
                <a:spAutoFit/>
              </a:bodyPr>
              <a:lstStyle/>
              <a:p>
                <a:pPr marL="0" marR="0" lvl="0" indent="0" algn="l" defTabSz="309563" rtl="0" eaLnBrk="1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en-US" sz="1400" b="1" dirty="0">
                    <a:cs typeface="Arial" panose="020B0604020202020204" pitchFamily="34" charset="0"/>
                    <a:sym typeface="Arial" panose="020B0604020202020204" pitchFamily="34" charset="0"/>
                  </a:rPr>
                  <a:t>Daily scrum</a:t>
                </a:r>
                <a:endParaRPr kumimoji="0" lang="en-US" altLang="en-US" sz="14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64" name="Text Box 10">
                <a:extLst>
                  <a:ext uri="{FF2B5EF4-FFF2-40B4-BE49-F238E27FC236}">
                    <a16:creationId xmlns:a16="http://schemas.microsoft.com/office/drawing/2014/main" id="{4BF12B47-8391-434C-A663-2EBCA75D1DF2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414338" y="1458596"/>
                <a:ext cx="2147235" cy="41549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flat" cmpd="sng">
                    <a:solidFill>
                      <a:srgbClr val="000000"/>
                    </a:solidFill>
                    <a:prstDash val="solid"/>
                    <a:miter lim="400000"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square" lIns="0" tIns="0" rIns="0" bIns="0">
                <a:spAutoFit/>
              </a:bodyPr>
              <a:lstStyle/>
              <a:p>
                <a:pPr marL="171450" marR="0" lvl="0" indent="-171450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lang="en-US" altLang="en-US" sz="900" dirty="0">
                    <a:solidFill>
                      <a:srgbClr val="0070C0"/>
                    </a:solidFill>
                    <a:sym typeface="Arial" panose="020B0604020202020204" pitchFamily="34" charset="0"/>
                  </a:rPr>
                  <a:t>What did I do yesterday?</a:t>
                </a:r>
              </a:p>
              <a:p>
                <a:pPr marL="171450" marR="0" lvl="0" indent="-171450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lang="en-US" altLang="en-US" sz="900" dirty="0">
                    <a:solidFill>
                      <a:srgbClr val="0070C0"/>
                    </a:solidFill>
                    <a:sym typeface="Arial" panose="020B0604020202020204" pitchFamily="34" charset="0"/>
                  </a:rPr>
                  <a:t>What will I do today?</a:t>
                </a:r>
              </a:p>
              <a:p>
                <a:pPr marL="171450" marR="0" lvl="0" indent="-171450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lang="en-US" altLang="en-US" sz="900" dirty="0">
                    <a:solidFill>
                      <a:srgbClr val="0070C0"/>
                    </a:solidFill>
                    <a:sym typeface="Arial" panose="020B0604020202020204" pitchFamily="34" charset="0"/>
                  </a:rPr>
                  <a:t>Do I see any impediments?</a:t>
                </a:r>
              </a:p>
            </p:txBody>
          </p:sp>
        </p:grpSp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825A48D7-E436-4F65-9358-F9E134C5C080}"/>
                </a:ext>
              </a:extLst>
            </p:cNvPr>
            <p:cNvGrpSpPr/>
            <p:nvPr/>
          </p:nvGrpSpPr>
          <p:grpSpPr>
            <a:xfrm>
              <a:off x="421592" y="1238895"/>
              <a:ext cx="6926533" cy="3319095"/>
              <a:chOff x="-1652968" y="-1722000"/>
              <a:chExt cx="6926533" cy="3319095"/>
            </a:xfrm>
          </p:grpSpPr>
          <p:sp>
            <p:nvSpPr>
              <p:cNvPr id="61" name="Text Box 9">
                <a:extLst>
                  <a:ext uri="{FF2B5EF4-FFF2-40B4-BE49-F238E27FC236}">
                    <a16:creationId xmlns:a16="http://schemas.microsoft.com/office/drawing/2014/main" id="{0B55389E-0028-4F2C-BEF0-0410CC5C8A4E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-1652968" y="-1722000"/>
                <a:ext cx="1976455" cy="21544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flat" cmpd="sng">
                    <a:solidFill>
                      <a:srgbClr val="000000"/>
                    </a:solidFill>
                    <a:prstDash val="solid"/>
                    <a:miter lim="400000"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square" lIns="0" tIns="0" rIns="0" bIns="0" anchor="ctr">
                <a:spAutoFit/>
              </a:bodyPr>
              <a:lstStyle/>
              <a:p>
                <a:pPr marL="0" marR="0" lvl="0" indent="0" algn="l" defTabSz="309563" rtl="0" eaLnBrk="1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en-US" sz="1400" b="1" dirty="0">
                    <a:cs typeface="Arial" panose="020B0604020202020204" pitchFamily="34" charset="0"/>
                    <a:sym typeface="Arial" panose="020B0604020202020204" pitchFamily="34" charset="0"/>
                  </a:rPr>
                  <a:t>Sprint Planning</a:t>
                </a:r>
                <a:endParaRPr kumimoji="0" lang="en-US" altLang="en-US" sz="14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62" name="Text Box 10">
                <a:extLst>
                  <a:ext uri="{FF2B5EF4-FFF2-40B4-BE49-F238E27FC236}">
                    <a16:creationId xmlns:a16="http://schemas.microsoft.com/office/drawing/2014/main" id="{5F80F325-B42B-4895-BB80-1A694B164D9E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1107362" y="1458596"/>
                <a:ext cx="4166203" cy="13849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flat" cmpd="sng">
                    <a:solidFill>
                      <a:srgbClr val="000000"/>
                    </a:solidFill>
                    <a:prstDash val="solid"/>
                    <a:miter lim="400000"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square" lIns="0" tIns="0" rIns="0" bIns="0">
                <a:spAutoFit/>
              </a:bodyPr>
              <a:lstStyle/>
              <a:p>
                <a:pPr marR="0" indent="0" defTabSz="309563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en-US" sz="900" dirty="0">
                    <a:solidFill>
                      <a:srgbClr val="0070C0"/>
                    </a:solidFill>
                    <a:sym typeface="Arial" panose="020B0604020202020204" pitchFamily="34" charset="0"/>
                  </a:rPr>
                  <a:t>Refine upcoming backlog items to ensure they are READY when needed</a:t>
                </a:r>
              </a:p>
            </p:txBody>
          </p:sp>
        </p:grpSp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0F60AA19-DA0F-4306-94F1-C4F5A0BC11F0}"/>
                </a:ext>
              </a:extLst>
            </p:cNvPr>
            <p:cNvGrpSpPr/>
            <p:nvPr/>
          </p:nvGrpSpPr>
          <p:grpSpPr>
            <a:xfrm>
              <a:off x="6210693" y="1198132"/>
              <a:ext cx="2515707" cy="850967"/>
              <a:chOff x="414338" y="1161627"/>
              <a:chExt cx="2515707" cy="850967"/>
            </a:xfrm>
          </p:grpSpPr>
          <p:sp>
            <p:nvSpPr>
              <p:cNvPr id="59" name="Text Box 9">
                <a:extLst>
                  <a:ext uri="{FF2B5EF4-FFF2-40B4-BE49-F238E27FC236}">
                    <a16:creationId xmlns:a16="http://schemas.microsoft.com/office/drawing/2014/main" id="{DBD4A5F8-B5BA-4FF9-B50D-9FEFADDEC941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414338" y="1161627"/>
                <a:ext cx="1976455" cy="21544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flat" cmpd="sng">
                    <a:solidFill>
                      <a:srgbClr val="000000"/>
                    </a:solidFill>
                    <a:prstDash val="solid"/>
                    <a:miter lim="400000"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square" lIns="0" tIns="0" rIns="0" bIns="0" anchor="ctr">
                <a:spAutoFit/>
              </a:bodyPr>
              <a:lstStyle/>
              <a:p>
                <a:pPr marL="0" marR="0" lvl="0" indent="0" algn="l" defTabSz="309563" rtl="0" eaLnBrk="1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en-US" sz="1400" b="1" dirty="0">
                    <a:cs typeface="Arial" panose="020B0604020202020204" pitchFamily="34" charset="0"/>
                    <a:sym typeface="Arial" panose="020B0604020202020204" pitchFamily="34" charset="0"/>
                  </a:rPr>
                  <a:t>Sprint Retrospective</a:t>
                </a:r>
                <a:endParaRPr kumimoji="0" lang="en-US" altLang="en-US" sz="14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60" name="Text Box 10">
                <a:extLst>
                  <a:ext uri="{FF2B5EF4-FFF2-40B4-BE49-F238E27FC236}">
                    <a16:creationId xmlns:a16="http://schemas.microsoft.com/office/drawing/2014/main" id="{276C9233-6B0D-41B4-AC62-5377C3867BFE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414338" y="1458596"/>
                <a:ext cx="2515707" cy="55399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flat" cmpd="sng">
                    <a:solidFill>
                      <a:srgbClr val="000000"/>
                    </a:solidFill>
                    <a:prstDash val="solid"/>
                    <a:miter lim="400000"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square" lIns="0" tIns="0" rIns="0" bIns="0">
                <a:spAutoFit/>
              </a:bodyPr>
              <a:lstStyle/>
              <a:p>
                <a:pPr marL="171450" marR="0" lvl="0" indent="-171450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lang="en-US" altLang="en-US" sz="900" dirty="0">
                    <a:solidFill>
                      <a:srgbClr val="0070C0"/>
                    </a:solidFill>
                    <a:sym typeface="Arial" panose="020B0604020202020204" pitchFamily="34" charset="0"/>
                  </a:rPr>
                  <a:t>Inspect how the last sprint went</a:t>
                </a:r>
              </a:p>
              <a:p>
                <a:pPr marL="171450" marR="0" lvl="0" indent="-171450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lang="en-US" altLang="en-US" sz="900" dirty="0">
                    <a:solidFill>
                      <a:srgbClr val="0070C0"/>
                    </a:solidFill>
                    <a:sym typeface="Arial" panose="020B0604020202020204" pitchFamily="34" charset="0"/>
                  </a:rPr>
                  <a:t>Identify and order the major items that went well and potential improvements</a:t>
                </a:r>
              </a:p>
              <a:p>
                <a:pPr marL="171450" marR="0" lvl="0" indent="-171450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lang="en-US" altLang="en-US" sz="900" dirty="0">
                    <a:solidFill>
                      <a:srgbClr val="0070C0"/>
                    </a:solidFill>
                    <a:sym typeface="Arial" panose="020B0604020202020204" pitchFamily="34" charset="0"/>
                  </a:rPr>
                  <a:t>Create a plan for implementing improvements</a:t>
                </a:r>
              </a:p>
            </p:txBody>
          </p:sp>
        </p:grpSp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6AE37609-23D6-484E-A758-E82EB8AE950C}"/>
                </a:ext>
              </a:extLst>
            </p:cNvPr>
            <p:cNvGrpSpPr/>
            <p:nvPr/>
          </p:nvGrpSpPr>
          <p:grpSpPr>
            <a:xfrm>
              <a:off x="6210693" y="3043953"/>
              <a:ext cx="2147235" cy="850967"/>
              <a:chOff x="414338" y="1161627"/>
              <a:chExt cx="2147235" cy="850967"/>
            </a:xfrm>
          </p:grpSpPr>
          <p:sp>
            <p:nvSpPr>
              <p:cNvPr id="57" name="Text Box 9">
                <a:extLst>
                  <a:ext uri="{FF2B5EF4-FFF2-40B4-BE49-F238E27FC236}">
                    <a16:creationId xmlns:a16="http://schemas.microsoft.com/office/drawing/2014/main" id="{A1790297-57F6-48AE-B395-B3B936742F54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414338" y="1161627"/>
                <a:ext cx="1976455" cy="21544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flat" cmpd="sng">
                    <a:solidFill>
                      <a:srgbClr val="000000"/>
                    </a:solidFill>
                    <a:prstDash val="solid"/>
                    <a:miter lim="400000"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square" lIns="0" tIns="0" rIns="0" bIns="0" anchor="ctr">
                <a:spAutoFit/>
              </a:bodyPr>
              <a:lstStyle/>
              <a:p>
                <a:pPr marL="0" marR="0" lvl="0" indent="0" algn="l" defTabSz="309563" rtl="0" eaLnBrk="1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en-US" sz="1400" b="1" dirty="0">
                    <a:cs typeface="Arial" panose="020B0604020202020204" pitchFamily="34" charset="0"/>
                    <a:sym typeface="Arial" panose="020B0604020202020204" pitchFamily="34" charset="0"/>
                  </a:rPr>
                  <a:t>Sprint Review</a:t>
                </a:r>
                <a:endParaRPr kumimoji="0" lang="en-US" altLang="en-US" sz="14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58" name="Text Box 10">
                <a:extLst>
                  <a:ext uri="{FF2B5EF4-FFF2-40B4-BE49-F238E27FC236}">
                    <a16:creationId xmlns:a16="http://schemas.microsoft.com/office/drawing/2014/main" id="{8C8069B9-FB99-46AD-9AB9-5D113437618F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414338" y="1458596"/>
                <a:ext cx="2147235" cy="55399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flat" cmpd="sng">
                    <a:solidFill>
                      <a:srgbClr val="000000"/>
                    </a:solidFill>
                    <a:prstDash val="solid"/>
                    <a:miter lim="400000"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square" lIns="0" tIns="0" rIns="0" bIns="0">
                <a:spAutoFit/>
              </a:bodyPr>
              <a:lstStyle/>
              <a:p>
                <a:pPr lvl="0" defTabSz="309563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GB" sz="900" dirty="0">
                    <a:solidFill>
                      <a:srgbClr val="0070C0"/>
                    </a:solidFill>
                  </a:rPr>
                  <a:t>Informal meeting, is held at the end of the Sprint </a:t>
                </a:r>
              </a:p>
              <a:p>
                <a:pPr marL="171450" lvl="0" indent="-171450" defTabSz="309563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/>
                </a:pPr>
                <a:r>
                  <a:rPr lang="en-GB" sz="900" dirty="0">
                    <a:solidFill>
                      <a:srgbClr val="0070C0"/>
                    </a:solidFill>
                  </a:rPr>
                  <a:t>inspect the Increment</a:t>
                </a:r>
              </a:p>
              <a:p>
                <a:pPr marL="171450" lvl="0" indent="-171450" defTabSz="309563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/>
                </a:pPr>
                <a:r>
                  <a:rPr lang="en-GB" sz="900" dirty="0">
                    <a:solidFill>
                      <a:srgbClr val="0070C0"/>
                    </a:solidFill>
                  </a:rPr>
                  <a:t>adapt the Product Backlog if needed</a:t>
                </a:r>
                <a:endParaRPr kumimoji="0" lang="en-US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</p:grpSp>
        <p:sp>
          <p:nvSpPr>
            <p:cNvPr id="53" name="Text Box 37">
              <a:extLst>
                <a:ext uri="{FF2B5EF4-FFF2-40B4-BE49-F238E27FC236}">
                  <a16:creationId xmlns:a16="http://schemas.microsoft.com/office/drawing/2014/main" id="{273B30BF-FF91-4D82-B763-73202E2055F3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3470321" y="3185500"/>
              <a:ext cx="136256" cy="2769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400000"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pPr marL="0" marR="0" lvl="0" indent="0" algn="ctr" defTabSz="309563" rtl="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1135"/>
                  </a:solidFill>
                  <a:effectLst/>
                  <a:uLnTx/>
                  <a:uFillTx/>
                  <a:latin typeface="+mn-lt"/>
                  <a:ea typeface="Nokia Pure Text" panose="020B0504040602060303" pitchFamily="34" charset="0"/>
                  <a:cs typeface="Nokia Pure Text" panose="020B0504040602060303" pitchFamily="34" charset="0"/>
                  <a:sym typeface="Arial" panose="020B0604020202020204" pitchFamily="34" charset="0"/>
                </a:rPr>
                <a:t>2</a:t>
              </a:r>
            </a:p>
          </p:txBody>
        </p:sp>
        <p:sp>
          <p:nvSpPr>
            <p:cNvPr id="54" name="Text Box 37">
              <a:extLst>
                <a:ext uri="{FF2B5EF4-FFF2-40B4-BE49-F238E27FC236}">
                  <a16:creationId xmlns:a16="http://schemas.microsoft.com/office/drawing/2014/main" id="{6D185440-9E97-45CC-8C0F-CC29169C41F2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2768267" y="2309036"/>
              <a:ext cx="136256" cy="2769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400000"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pPr marL="0" marR="0" lvl="0" indent="0" algn="ctr" defTabSz="309563" rtl="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1135"/>
                  </a:solidFill>
                  <a:effectLst/>
                  <a:uLnTx/>
                  <a:uFillTx/>
                  <a:latin typeface="+mn-lt"/>
                  <a:ea typeface="Nokia Pure Text" panose="020B0504040602060303" pitchFamily="34" charset="0"/>
                  <a:cs typeface="Nokia Pure Text" panose="020B0504040602060303" pitchFamily="34" charset="0"/>
                  <a:sym typeface="Arial" panose="020B0604020202020204" pitchFamily="34" charset="0"/>
                </a:rPr>
                <a:t>1</a:t>
              </a:r>
            </a:p>
          </p:txBody>
        </p:sp>
        <p:sp>
          <p:nvSpPr>
            <p:cNvPr id="55" name="Text Box 37">
              <a:extLst>
                <a:ext uri="{FF2B5EF4-FFF2-40B4-BE49-F238E27FC236}">
                  <a16:creationId xmlns:a16="http://schemas.microsoft.com/office/drawing/2014/main" id="{6D9FB1E6-F54C-4874-B2E6-0608DBA1EA5D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5551377" y="3179244"/>
              <a:ext cx="136255" cy="2769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400000"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pPr marL="0" marR="0" lvl="0" indent="0" algn="ctr" defTabSz="309563" rtl="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1135"/>
                  </a:solidFill>
                  <a:effectLst/>
                  <a:uLnTx/>
                  <a:uFillTx/>
                  <a:latin typeface="+mn-lt"/>
                  <a:ea typeface="Nokia Pure Text" panose="020B0504040602060303" pitchFamily="34" charset="0"/>
                  <a:cs typeface="Nokia Pure Text" panose="020B0504040602060303" pitchFamily="34" charset="0"/>
                  <a:sym typeface="Arial" panose="020B0604020202020204" pitchFamily="34" charset="0"/>
                </a:rPr>
                <a:t>4</a:t>
              </a:r>
            </a:p>
          </p:txBody>
        </p:sp>
        <p:sp>
          <p:nvSpPr>
            <p:cNvPr id="56" name="Text Box 37">
              <a:extLst>
                <a:ext uri="{FF2B5EF4-FFF2-40B4-BE49-F238E27FC236}">
                  <a16:creationId xmlns:a16="http://schemas.microsoft.com/office/drawing/2014/main" id="{5F9CD6B3-9032-48C6-A1E1-FE0083D6E329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6191100" y="2321360"/>
              <a:ext cx="136255" cy="2769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400000"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pPr marL="0" marR="0" lvl="0" indent="0" algn="ctr" defTabSz="309563" rtl="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1135"/>
                  </a:solidFill>
                  <a:effectLst/>
                  <a:uLnTx/>
                  <a:uFillTx/>
                  <a:latin typeface="+mn-lt"/>
                  <a:ea typeface="Nokia Pure Text" panose="020B0504040602060303" pitchFamily="34" charset="0"/>
                  <a:cs typeface="Nokia Pure Text" panose="020B0504040602060303" pitchFamily="34" charset="0"/>
                  <a:sym typeface="Arial" panose="020B0604020202020204" pitchFamily="34" charset="0"/>
                </a:rPr>
                <a:t>5</a:t>
              </a:r>
            </a:p>
          </p:txBody>
        </p:sp>
      </p:grpSp>
      <p:sp>
        <p:nvSpPr>
          <p:cNvPr id="4" name="Title 3">
            <a:extLst>
              <a:ext uri="{FF2B5EF4-FFF2-40B4-BE49-F238E27FC236}">
                <a16:creationId xmlns:a16="http://schemas.microsoft.com/office/drawing/2014/main" id="{828BF17A-AD72-40B5-A3E7-82686CD0F8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Scrum – Events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562337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E3DF8E-6A1F-4874-8010-56EF985D42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Scrum – Artifacts</a:t>
            </a:r>
            <a:endParaRPr lang="en-GB" dirty="0"/>
          </a:p>
        </p:txBody>
      </p:sp>
      <p:pic>
        <p:nvPicPr>
          <p:cNvPr id="6" name="Picture 5" descr="A close up of a map&#10;&#10;Description automatically generated">
            <a:extLst>
              <a:ext uri="{FF2B5EF4-FFF2-40B4-BE49-F238E27FC236}">
                <a16:creationId xmlns:a16="http://schemas.microsoft.com/office/drawing/2014/main" id="{44626239-626C-4FAB-8EA1-2E164D164A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155" y="825566"/>
            <a:ext cx="8394227" cy="3441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42183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E3DF8E-6A1F-4874-8010-56EF985D42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Scrum – Values</a:t>
            </a:r>
            <a:endParaRPr lang="en-GB" dirty="0"/>
          </a:p>
        </p:txBody>
      </p:sp>
      <p:pic>
        <p:nvPicPr>
          <p:cNvPr id="4" name="Picture 3" descr="A close up of text on a white background&#10;&#10;Description automatically generated">
            <a:extLst>
              <a:ext uri="{FF2B5EF4-FFF2-40B4-BE49-F238E27FC236}">
                <a16:creationId xmlns:a16="http://schemas.microsoft.com/office/drawing/2014/main" id="{2D3FE4D7-0FA9-4DAB-9D8C-F2B2D37FEC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9453" y="569491"/>
            <a:ext cx="7037952" cy="4175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83082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81271-F774-4FC8-8B74-9FCCA69B55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Useful links</a:t>
            </a:r>
            <a:endParaRPr lang="en-GB" dirty="0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364F5614-FC93-4CDA-9954-168A29659E3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17599" y="685109"/>
            <a:ext cx="8456893" cy="4074591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GB" sz="1600" dirty="0">
                <a:solidFill>
                  <a:srgbClr val="0070C0"/>
                </a:solidFill>
                <a:latin typeface="+mn-l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https://agilemanifesto.org/</a:t>
            </a:r>
            <a:endParaRPr lang="en-US" sz="1600" dirty="0">
              <a:solidFill>
                <a:srgbClr val="0070C0"/>
              </a:solidFill>
              <a:latin typeface="+mn-lt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GB" sz="1600" dirty="0">
                <a:solidFill>
                  <a:srgbClr val="0070C0"/>
                </a:solidFill>
                <a:latin typeface="+mn-l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https://www.agilealliance.org/agile101/</a:t>
            </a:r>
            <a:endParaRPr lang="en-GB" sz="1600" dirty="0">
              <a:solidFill>
                <a:srgbClr val="0070C0"/>
              </a:solidFill>
              <a:latin typeface="+mn-lt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GB" sz="1600" dirty="0">
                <a:solidFill>
                  <a:srgbClr val="0070C0"/>
                </a:solidFill>
                <a:latin typeface="+mn-l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https://www.integratedconsulting.ro/insights/agile-in-business/</a:t>
            </a:r>
            <a:endParaRPr lang="en-GB" sz="1600" dirty="0">
              <a:solidFill>
                <a:srgbClr val="0070C0"/>
              </a:solidFill>
              <a:latin typeface="+mn-lt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GB" sz="1600" dirty="0">
                <a:solidFill>
                  <a:srgbClr val="0070C0"/>
                </a:solidFill>
                <a:latin typeface="+mn-l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https://www.scrum.org/resources/what-is-scrum</a:t>
            </a:r>
            <a:endParaRPr lang="en-GB" sz="1600" dirty="0">
              <a:solidFill>
                <a:srgbClr val="0070C0"/>
              </a:solidFill>
              <a:latin typeface="+mn-lt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GB" sz="1600" dirty="0">
                <a:solidFill>
                  <a:srgbClr val="0070C0"/>
                </a:solidFill>
                <a:latin typeface="+mn-l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https://www.scrumguides.org/scrum-guide.html</a:t>
            </a:r>
            <a:endParaRPr lang="en-GB" sz="1600" dirty="0">
              <a:solidFill>
                <a:srgbClr val="0070C0"/>
              </a:solidFill>
              <a:latin typeface="+mn-lt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GB" sz="1600" dirty="0">
                <a:solidFill>
                  <a:srgbClr val="0070C0"/>
                </a:solidFill>
                <a:latin typeface="+mn-lt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https://medium.com/@francoismugorozi/my-understanding-of-the-scrum-framework-and-benefits-of-the-scrum-events-ebd889da1472</a:t>
            </a:r>
            <a:endParaRPr lang="en-GB" sz="1600" dirty="0">
              <a:solidFill>
                <a:srgbClr val="0070C0"/>
              </a:solidFill>
              <a:latin typeface="+mn-lt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GB" sz="1600" dirty="0">
                <a:solidFill>
                  <a:srgbClr val="0070C0"/>
                </a:solidFill>
                <a:latin typeface="+mn-lt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https://article.efecte.com/blog/en/what-is-agile-in-it-and-how-to-get-into-the-right-mindset</a:t>
            </a:r>
            <a:endParaRPr lang="en-GB" sz="1600" dirty="0">
              <a:solidFill>
                <a:srgbClr val="0070C0"/>
              </a:solidFill>
              <a:latin typeface="+mn-lt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GB" sz="1600" dirty="0">
                <a:solidFill>
                  <a:srgbClr val="0070C0"/>
                </a:solidFill>
                <a:latin typeface="+mn-lt"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https://pmtonomy.com/methodologies/agile</a:t>
            </a:r>
            <a:endParaRPr lang="en-GB" sz="1600" dirty="0">
              <a:solidFill>
                <a:srgbClr val="0070C0"/>
              </a:solidFill>
              <a:latin typeface="+mn-lt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GB" sz="1600" dirty="0">
                <a:solidFill>
                  <a:srgbClr val="0070C0"/>
                </a:solidFill>
                <a:latin typeface="+mn-lt"/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https://usefyi.com/scrum/</a:t>
            </a:r>
            <a:endParaRPr lang="en-GB" sz="1600" dirty="0">
              <a:solidFill>
                <a:srgbClr val="0070C0"/>
              </a:solidFill>
              <a:latin typeface="+mn-lt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GB" sz="1600" dirty="0">
                <a:solidFill>
                  <a:srgbClr val="0070C0"/>
                </a:solidFill>
                <a:latin typeface="+mn-lt"/>
                <a:hlinkClick r:id="rId1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https://www.plutora.com/blog/12-agile-principles</a:t>
            </a:r>
            <a:endParaRPr lang="en-GB" sz="1600" dirty="0">
              <a:solidFill>
                <a:srgbClr val="0070C0"/>
              </a:solidFill>
              <a:latin typeface="+mn-lt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GB" sz="1600" dirty="0">
                <a:solidFill>
                  <a:srgbClr val="0070C0"/>
                </a:solidFill>
                <a:latin typeface="+mn-lt"/>
                <a:hlinkClick r:id="rId1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https://www.cprime.com/resources/what-is-agile-what-is-scrum/</a:t>
            </a:r>
            <a:endParaRPr lang="en-US" sz="1600" dirty="0">
              <a:solidFill>
                <a:srgbClr val="0070C0"/>
              </a:solidFill>
              <a:latin typeface="+mn-lt"/>
            </a:endParaRP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815171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23B04D-83E5-452F-AC0F-860649F988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Being Agile, Doing Agile</a:t>
            </a:r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EF5FD4B-BF2D-40CE-AA89-D9671B02DD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GB"/>
              <a:t>Nokia internal use</a:t>
            </a:r>
            <a:endParaRPr lang="en-US" dirty="0"/>
          </a:p>
        </p:txBody>
      </p:sp>
      <p:pic>
        <p:nvPicPr>
          <p:cNvPr id="6" name="Picture 5" descr="A close up of a map&#10;&#10;Description automatically generated">
            <a:extLst>
              <a:ext uri="{FF2B5EF4-FFF2-40B4-BE49-F238E27FC236}">
                <a16:creationId xmlns:a16="http://schemas.microsoft.com/office/drawing/2014/main" id="{D9449599-68F5-439B-A6B8-DE5D3206CF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08321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C608A85-CA48-4899-A6FF-B26632BD296C}"/>
              </a:ext>
            </a:extLst>
          </p:cNvPr>
          <p:cNvSpPr txBox="1"/>
          <p:nvPr/>
        </p:nvSpPr>
        <p:spPr>
          <a:xfrm>
            <a:off x="755776" y="4816800"/>
            <a:ext cx="1800000" cy="122237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r>
              <a:rPr lang="en-US" sz="800" noProof="0" dirty="0">
                <a:solidFill>
                  <a:schemeClr val="bg1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  <a:t>© 2019 Nokia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83C818-6FD9-497C-8297-ABC2D4754EF7}"/>
              </a:ext>
            </a:extLst>
          </p:cNvPr>
          <p:cNvSpPr txBox="1">
            <a:spLocks/>
          </p:cNvSpPr>
          <p:nvPr/>
        </p:nvSpPr>
        <p:spPr>
          <a:xfrm>
            <a:off x="419102" y="4816800"/>
            <a:ext cx="252000" cy="122400"/>
          </a:xfrm>
          <a:prstGeom prst="rect">
            <a:avLst/>
          </a:prstGeom>
        </p:spPr>
        <p:txBody>
          <a:bodyPr lIns="0" tIns="0" rIns="0" bIns="0" anchor="b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71245D3D-131A-47D1-B100-B33219007AD2}" type="slidenum">
              <a:rPr lang="en-US" sz="800" noProof="0" smtClean="0">
                <a:solidFill>
                  <a:schemeClr val="bg1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  <a:pPr>
                <a:defRPr/>
              </a:pPr>
              <a:t>17</a:t>
            </a:fld>
            <a:endParaRPr lang="en-US" noProof="0" dirty="0">
              <a:solidFill>
                <a:schemeClr val="bg1"/>
              </a:solidFill>
              <a:latin typeface="Nokia Pure Text Light" panose="020B0304040602060303" pitchFamily="34" charset="0"/>
              <a:ea typeface="Nokia Pure Text Light" panose="020B0304040602060303" pitchFamily="34" charset="0"/>
              <a:cs typeface="Nokia Pure Text Light" panose="020B0304040602060303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480153B-6130-4108-A93A-F358DFB46EB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75813" y="4648933"/>
            <a:ext cx="1009152" cy="4248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46566D9-572D-448C-9EDC-4FD1B91B787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96494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5614647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0MTH7n2Sd2N3A0lKMVoSg"/>
</p:tagLst>
</file>

<file path=ppt/theme/theme1.xml><?xml version="1.0" encoding="utf-8"?>
<a:theme xmlns:a="http://schemas.openxmlformats.org/drawingml/2006/main" name="1 White Master">
  <a:themeElements>
    <a:clrScheme name="C 2018 Nokia">
      <a:dk1>
        <a:srgbClr val="124191"/>
      </a:dk1>
      <a:lt1>
        <a:srgbClr val="FFFFFF"/>
      </a:lt1>
      <a:dk2>
        <a:srgbClr val="001135"/>
      </a:dk2>
      <a:lt2>
        <a:srgbClr val="4D5766"/>
      </a:lt2>
      <a:accent1>
        <a:srgbClr val="98A2AE"/>
      </a:accent1>
      <a:accent2>
        <a:srgbClr val="BEC8D2"/>
      </a:accent2>
      <a:accent3>
        <a:srgbClr val="00C9FF"/>
      </a:accent3>
      <a:accent4>
        <a:srgbClr val="FF3154"/>
      </a:accent4>
      <a:accent5>
        <a:srgbClr val="FFFB00"/>
      </a:accent5>
      <a:accent6>
        <a:srgbClr val="4BDD33"/>
      </a:accent6>
      <a:hlink>
        <a:srgbClr val="124191"/>
      </a:hlink>
      <a:folHlink>
        <a:srgbClr val="001135"/>
      </a:folHlink>
    </a:clrScheme>
    <a:fontScheme name="Nokia 2018">
      <a:majorFont>
        <a:latin typeface="Nokia Pure Headline Light"/>
        <a:ea typeface=""/>
        <a:cs typeface=""/>
      </a:majorFont>
      <a:minorFont>
        <a:latin typeface="Nokia Pure Text Ligh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<a:prstTxWarp prst="textNoShape">
          <a:avLst/>
        </a:prstTxWarp>
        <a:noAutofit/>
      </a:bodyPr>
      <a:lstStyle>
        <a:defPPr algn="l">
          <a:spcAft>
            <a:spcPts val="300"/>
          </a:spcAft>
          <a:buSzPct val="100000"/>
          <a:defRPr sz="1200"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3175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72000" tIns="72000" rIns="72000" bIns="72000" rtlCol="0">
        <a:noAutofit/>
      </a:bodyPr>
      <a:lstStyle>
        <a:defPPr algn="l">
          <a:spcAft>
            <a:spcPts val="300"/>
          </a:spcAft>
          <a:buSzPct val="100000"/>
          <a:defRPr sz="1200" dirty="0" smtClean="0">
            <a:solidFill>
              <a:schemeClr val="tx2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RS21015_Nokia Pure PowerPoint" id="{DB366936-CDBD-4680-BE6A-529E8906FE8F}" vid="{596A7182-A3CB-4127-A499-66CF58D365AE}"/>
    </a:ext>
  </a:extLst>
</a:theme>
</file>

<file path=ppt/theme/theme2.xml><?xml version="1.0" encoding="utf-8"?>
<a:theme xmlns:a="http://schemas.openxmlformats.org/drawingml/2006/main" name="1_c 2018 Nokia">
  <a:themeElements>
    <a:clrScheme name="C 2018 Nokia">
      <a:dk1>
        <a:srgbClr val="124191"/>
      </a:dk1>
      <a:lt1>
        <a:srgbClr val="FFFFFF"/>
      </a:lt1>
      <a:dk2>
        <a:srgbClr val="001135"/>
      </a:dk2>
      <a:lt2>
        <a:srgbClr val="4D5766"/>
      </a:lt2>
      <a:accent1>
        <a:srgbClr val="98A2AE"/>
      </a:accent1>
      <a:accent2>
        <a:srgbClr val="BEC8D2"/>
      </a:accent2>
      <a:accent3>
        <a:srgbClr val="00C9FF"/>
      </a:accent3>
      <a:accent4>
        <a:srgbClr val="FF3154"/>
      </a:accent4>
      <a:accent5>
        <a:srgbClr val="FFFB00"/>
      </a:accent5>
      <a:accent6>
        <a:srgbClr val="4BDD33"/>
      </a:accent6>
      <a:hlink>
        <a:srgbClr val="124191"/>
      </a:hlink>
      <a:folHlink>
        <a:srgbClr val="001135"/>
      </a:folHlink>
    </a:clrScheme>
    <a:fontScheme name="Nokia 2018">
      <a:majorFont>
        <a:latin typeface="Nokia Pure Headline Light"/>
        <a:ea typeface=""/>
        <a:cs typeface=""/>
      </a:majorFont>
      <a:minorFont>
        <a:latin typeface="Nokia Pure Text Ligh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<a:prstTxWarp prst="textNoShape">
          <a:avLst/>
        </a:prstTxWarp>
        <a:noAutofit/>
      </a:bodyPr>
      <a:lstStyle>
        <a:defPPr algn="l">
          <a:spcAft>
            <a:spcPts val="300"/>
          </a:spcAft>
          <a:buSzPct val="100000"/>
          <a:defRPr sz="1200"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3175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72000" tIns="72000" rIns="72000" bIns="72000" rtlCol="0">
        <a:noAutofit/>
      </a:bodyPr>
      <a:lstStyle>
        <a:defPPr algn="l">
          <a:spcAft>
            <a:spcPts val="300"/>
          </a:spcAft>
          <a:buSzPct val="100000"/>
          <a:defRPr sz="1200" dirty="0" smtClean="0">
            <a:solidFill>
              <a:schemeClr val="tx2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RS21015_Nokia Pure PowerPoint" id="{DB366936-CDBD-4680-BE6A-529E8906FE8F}" vid="{C0AD08C2-AA5D-4B73-A738-D7D0C9E1D721}"/>
    </a:ext>
  </a:extLst>
</a:theme>
</file>

<file path=ppt/theme/theme3.xml><?xml version="1.0" encoding="utf-8"?>
<a:theme xmlns:a="http://schemas.openxmlformats.org/drawingml/2006/main" name="3_Blue">
  <a:themeElements>
    <a:clrScheme name="C 2018 Nokia">
      <a:dk1>
        <a:srgbClr val="124191"/>
      </a:dk1>
      <a:lt1>
        <a:srgbClr val="FFFFFF"/>
      </a:lt1>
      <a:dk2>
        <a:srgbClr val="001135"/>
      </a:dk2>
      <a:lt2>
        <a:srgbClr val="4D5766"/>
      </a:lt2>
      <a:accent1>
        <a:srgbClr val="98A2AE"/>
      </a:accent1>
      <a:accent2>
        <a:srgbClr val="BEC8D2"/>
      </a:accent2>
      <a:accent3>
        <a:srgbClr val="00C9FF"/>
      </a:accent3>
      <a:accent4>
        <a:srgbClr val="FF3154"/>
      </a:accent4>
      <a:accent5>
        <a:srgbClr val="FFFB00"/>
      </a:accent5>
      <a:accent6>
        <a:srgbClr val="4BDD33"/>
      </a:accent6>
      <a:hlink>
        <a:srgbClr val="124191"/>
      </a:hlink>
      <a:folHlink>
        <a:srgbClr val="001135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S21015_Nokia Pure PowerPoint" id="{DB366936-CDBD-4680-BE6A-529E8906FE8F}" vid="{571487A9-480B-4B80-83FB-6E3761D8F2DE}"/>
    </a:ext>
  </a:extLst>
</a:theme>
</file>

<file path=ppt/theme/theme4.xml><?xml version="1.0" encoding="utf-8"?>
<a:theme xmlns:a="http://schemas.openxmlformats.org/drawingml/2006/main" name="4_Blue End Slide">
  <a:themeElements>
    <a:clrScheme name="C 2018 Nokia">
      <a:dk1>
        <a:srgbClr val="124191"/>
      </a:dk1>
      <a:lt1>
        <a:srgbClr val="FFFFFF"/>
      </a:lt1>
      <a:dk2>
        <a:srgbClr val="001135"/>
      </a:dk2>
      <a:lt2>
        <a:srgbClr val="4D5766"/>
      </a:lt2>
      <a:accent1>
        <a:srgbClr val="98A2AE"/>
      </a:accent1>
      <a:accent2>
        <a:srgbClr val="BEC8D2"/>
      </a:accent2>
      <a:accent3>
        <a:srgbClr val="00C9FF"/>
      </a:accent3>
      <a:accent4>
        <a:srgbClr val="FF3154"/>
      </a:accent4>
      <a:accent5>
        <a:srgbClr val="FFFB00"/>
      </a:accent5>
      <a:accent6>
        <a:srgbClr val="4BDD33"/>
      </a:accent6>
      <a:hlink>
        <a:srgbClr val="124191"/>
      </a:hlink>
      <a:folHlink>
        <a:srgbClr val="001135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S21015_Nokia Pure PowerPoint" id="{DB366936-CDBD-4680-BE6A-529E8906FE8F}" vid="{C90C5733-D248-41AA-94E1-AE931B179280}"/>
    </a:ext>
  </a:extLst>
</a:theme>
</file>

<file path=ppt/theme/theme5.xml><?xml version="1.0" encoding="utf-8"?>
<a:theme xmlns:a="http://schemas.openxmlformats.org/drawingml/2006/main" name="5_White End Slide">
  <a:themeElements>
    <a:clrScheme name="C 2018 Nokia">
      <a:dk1>
        <a:srgbClr val="124191"/>
      </a:dk1>
      <a:lt1>
        <a:srgbClr val="FFFFFF"/>
      </a:lt1>
      <a:dk2>
        <a:srgbClr val="001135"/>
      </a:dk2>
      <a:lt2>
        <a:srgbClr val="4D5766"/>
      </a:lt2>
      <a:accent1>
        <a:srgbClr val="98A2AE"/>
      </a:accent1>
      <a:accent2>
        <a:srgbClr val="BEC8D2"/>
      </a:accent2>
      <a:accent3>
        <a:srgbClr val="00C9FF"/>
      </a:accent3>
      <a:accent4>
        <a:srgbClr val="FF3154"/>
      </a:accent4>
      <a:accent5>
        <a:srgbClr val="FFFB00"/>
      </a:accent5>
      <a:accent6>
        <a:srgbClr val="4BDD33"/>
      </a:accent6>
      <a:hlink>
        <a:srgbClr val="124191"/>
      </a:hlink>
      <a:folHlink>
        <a:srgbClr val="001135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S21015_Nokia Pure PowerPoint" id="{DB366936-CDBD-4680-BE6A-529E8906FE8F}" vid="{D30BE608-2AEA-44CB-878B-6F3D784F0BD2}"/>
    </a:ext>
  </a:extLst>
</a:theme>
</file>

<file path=ppt/theme/theme6.xml><?xml version="1.0" encoding="utf-8"?>
<a:theme xmlns:a="http://schemas.openxmlformats.org/drawingml/2006/main" name="6_Gray">
  <a:themeElements>
    <a:clrScheme name="C 2018 Nokia">
      <a:dk1>
        <a:srgbClr val="124191"/>
      </a:dk1>
      <a:lt1>
        <a:srgbClr val="FFFFFF"/>
      </a:lt1>
      <a:dk2>
        <a:srgbClr val="001135"/>
      </a:dk2>
      <a:lt2>
        <a:srgbClr val="4D5766"/>
      </a:lt2>
      <a:accent1>
        <a:srgbClr val="98A2AE"/>
      </a:accent1>
      <a:accent2>
        <a:srgbClr val="BEC8D2"/>
      </a:accent2>
      <a:accent3>
        <a:srgbClr val="00C9FF"/>
      </a:accent3>
      <a:accent4>
        <a:srgbClr val="FF3154"/>
      </a:accent4>
      <a:accent5>
        <a:srgbClr val="FFFB00"/>
      </a:accent5>
      <a:accent6>
        <a:srgbClr val="4BDD33"/>
      </a:accent6>
      <a:hlink>
        <a:srgbClr val="124191"/>
      </a:hlink>
      <a:folHlink>
        <a:srgbClr val="001135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S21015_Nokia Pure PowerPoint" id="{DB366936-CDBD-4680-BE6A-529E8906FE8F}" vid="{B5CCBDF6-BBAD-4A8A-A132-5F2D954EC56A}"/>
    </a:ext>
  </a:extLst>
</a:theme>
</file>

<file path=ppt/theme/theme7.xml><?xml version="1.0" encoding="utf-8"?>
<a:theme xmlns:a="http://schemas.openxmlformats.org/drawingml/2006/main" name="1_1 White Master">
  <a:themeElements>
    <a:clrScheme name="C 2018 Nokia">
      <a:dk1>
        <a:srgbClr val="124191"/>
      </a:dk1>
      <a:lt1>
        <a:srgbClr val="FFFFFF"/>
      </a:lt1>
      <a:dk2>
        <a:srgbClr val="001135"/>
      </a:dk2>
      <a:lt2>
        <a:srgbClr val="4D5766"/>
      </a:lt2>
      <a:accent1>
        <a:srgbClr val="98A2AE"/>
      </a:accent1>
      <a:accent2>
        <a:srgbClr val="BEC8D2"/>
      </a:accent2>
      <a:accent3>
        <a:srgbClr val="00C9FF"/>
      </a:accent3>
      <a:accent4>
        <a:srgbClr val="FF3154"/>
      </a:accent4>
      <a:accent5>
        <a:srgbClr val="FFFB00"/>
      </a:accent5>
      <a:accent6>
        <a:srgbClr val="4BDD33"/>
      </a:accent6>
      <a:hlink>
        <a:srgbClr val="124191"/>
      </a:hlink>
      <a:folHlink>
        <a:srgbClr val="001135"/>
      </a:folHlink>
    </a:clrScheme>
    <a:fontScheme name="Nokia 2018">
      <a:majorFont>
        <a:latin typeface="Nokia Pure Headline Light"/>
        <a:ea typeface=""/>
        <a:cs typeface=""/>
      </a:majorFont>
      <a:minorFont>
        <a:latin typeface="Nokia Pure Text Ligh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<a:prstTxWarp prst="textNoShape">
          <a:avLst/>
        </a:prstTxWarp>
        <a:noAutofit/>
      </a:bodyPr>
      <a:lstStyle>
        <a:defPPr algn="l">
          <a:spcAft>
            <a:spcPts val="300"/>
          </a:spcAft>
          <a:buSzPct val="100000"/>
          <a:defRPr sz="1200"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3175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72000" tIns="72000" rIns="72000" bIns="72000" rtlCol="0">
        <a:noAutofit/>
      </a:bodyPr>
      <a:lstStyle>
        <a:defPPr algn="l">
          <a:spcAft>
            <a:spcPts val="300"/>
          </a:spcAft>
          <a:buSzPct val="100000"/>
          <a:defRPr sz="1200" dirty="0" smtClean="0">
            <a:solidFill>
              <a:schemeClr val="tx2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Nokia Pure PowerPoint" id="{E7D3A715-BCA4-4FF0-8514-18648E1E37B4}" vid="{BEDE3391-55BB-4B7A-88ED-7B8E863A05E3}"/>
    </a:ext>
  </a:extLst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_rels/item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Owner xmlns="71c5aaf6-e6ce-465b-b873-5148d2a4c105">Spen Spencer</Owner>
    <DocumentType xmlns="71c5aaf6-e6ce-465b-b873-5148d2a4c105">Description</DocumentType>
    <NokiaConfidentiality xmlns="71c5aaf6-e6ce-465b-b873-5148d2a4c105">Nokia Internal Use</NokiaConfidentiality>
    <HideFromDelve xmlns="71c5aaf6-e6ce-465b-b873-5148d2a4c105">false</HideFromDelve>
    <_dlc_DocId xmlns="71c5aaf6-e6ce-465b-b873-5148d2a4c105">QBI5PMBIL2NS-1242730160-2505</_dlc_DocId>
    <_dlc_DocIdUrl xmlns="71c5aaf6-e6ce-465b-b873-5148d2a4c105">
      <Url>https://nokia.sharepoint.com/sites/brandstore/_layouts/15/DocIdRedir.aspx?ID=QBI5PMBIL2NS-1242730160-2505</Url>
      <Description>QBI5PMBIL2NS-1242730160-2505</Description>
    </_dlc_DocIdUrl>
  </documentManagement>
</p:properties>
</file>

<file path=customXml/item2.xml><?xml version="1.0" encoding="utf-8"?>
<?mso-contentType ?>
<customXsn xmlns="http://schemas.microsoft.com/office/2006/metadata/customXsn">
  <xsnLocation/>
  <cached>True</cached>
  <openByDefault>True</openByDefault>
  <xsnScope/>
</customXsn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4.xml><?xml version="1.0" encoding="utf-8"?>
<ct:contentTypeSchema xmlns:ct="http://schemas.microsoft.com/office/2006/metadata/contentType" xmlns:ma="http://schemas.microsoft.com/office/2006/metadata/properties/metaAttributes" ct:_="" ma:_="" ma:contentTypeName="Nokia Document" ma:contentTypeID="0x010100CE50E52E7543470BBDD3827FE50C59CB00F28B616FD8C77D40956A924538277F24" ma:contentTypeVersion="26" ma:contentTypeDescription="Create Nokia Word Document" ma:contentTypeScope="" ma:versionID="e748e768b5f12442eb78c8be45fb97e9">
  <xsd:schema xmlns:xsd="http://www.w3.org/2001/XMLSchema" xmlns:xs="http://www.w3.org/2001/XMLSchema" xmlns:p="http://schemas.microsoft.com/office/2006/metadata/properties" xmlns:ns2="71c5aaf6-e6ce-465b-b873-5148d2a4c105" targetNamespace="http://schemas.microsoft.com/office/2006/metadata/properties" ma:root="true" ma:fieldsID="d227a082cf3b963ed6b37ce080f4d67b" ns2:_="">
    <xsd:import namespace="71c5aaf6-e6ce-465b-b873-5148d2a4c105"/>
    <xsd:element name="properties">
      <xsd:complexType>
        <xsd:sequence>
          <xsd:element name="documentManagement">
            <xsd:complexType>
              <xsd:all>
                <xsd:element ref="ns2:DocumentType" minOccurs="0"/>
                <xsd:element ref="ns2:NokiaConfidentiality" minOccurs="0"/>
                <xsd:element ref="ns2:Owner" minOccurs="0"/>
                <xsd:element ref="ns2:_dlc_DocId" minOccurs="0"/>
                <xsd:element ref="ns2:_dlc_DocIdUrl" minOccurs="0"/>
                <xsd:element ref="ns2:_dlc_DocIdPersistId" minOccurs="0"/>
                <xsd:element ref="ns2:HideFromDelv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c5aaf6-e6ce-465b-b873-5148d2a4c105" elementFormDefault="qualified">
    <xsd:import namespace="http://schemas.microsoft.com/office/2006/documentManagement/types"/>
    <xsd:import namespace="http://schemas.microsoft.com/office/infopath/2007/PartnerControls"/>
    <xsd:element name="DocumentType" ma:index="8" nillable="true" ma:displayName="Document Type" ma:default="Description" ma:description="Document type specifies the content of the document" ma:format="Dropdown" ma:internalName="DocumentType" ma:readOnly="false">
      <xsd:simpleType>
        <xsd:restriction base="dms:Choice">
          <xsd:enumeration value="Policy"/>
          <xsd:enumeration value="Strategy"/>
          <xsd:enumeration value="Objectives / Targets"/>
          <xsd:enumeration value="Plan / Schedule"/>
          <xsd:enumeration value="Governance"/>
          <xsd:enumeration value="Organization"/>
          <xsd:enumeration value="Review Material"/>
          <xsd:enumeration value="Communication"/>
          <xsd:enumeration value="Minutes"/>
          <xsd:enumeration value="Training"/>
          <xsd:enumeration value="Standard Operating Procedure"/>
          <xsd:enumeration value="Process / Procedure / Standard"/>
          <xsd:enumeration value="Guideline / Manual / Instruction"/>
          <xsd:enumeration value="Description"/>
          <xsd:enumeration value="Form / Template"/>
          <xsd:enumeration value="Checklist"/>
          <xsd:enumeration value="Bid / Offer"/>
          <xsd:enumeration value="Contract / Order"/>
          <xsd:enumeration value="List"/>
          <xsd:enumeration value="Roadmap"/>
          <xsd:enumeration value="Requirement / Specification"/>
          <xsd:enumeration value="Design"/>
          <xsd:enumeration value="Concept / Proposal"/>
          <xsd:enumeration value="Measurement / KPI"/>
          <xsd:enumeration value="Report"/>
          <xsd:enumeration value="Best Practice / Lessons Learnt"/>
          <xsd:enumeration value="Analysis / Assessment"/>
          <xsd:enumeration value="Survey"/>
        </xsd:restriction>
      </xsd:simpleType>
    </xsd:element>
    <xsd:element name="NokiaConfidentiality" ma:index="9" nillable="true" ma:displayName="Nokia Confidentiality" ma:default="Nokia Internal Use" ma:format="Dropdown" ma:internalName="NokiaConfidentiality" ma:readOnly="false">
      <xsd:simpleType>
        <xsd:restriction base="dms:Choice">
          <xsd:enumeration value="Nokia Internal Use"/>
          <xsd:enumeration value="Confidential"/>
          <xsd:enumeration value="Secret"/>
          <xsd:enumeration value="Public"/>
        </xsd:restriction>
      </xsd:simpleType>
    </xsd:element>
    <xsd:element name="Owner" ma:index="10" nillable="true" ma:displayName="Owner" ma:description="Owner identifies the person or group who owns the document (default value is the same as the Creator of the document)" ma:internalName="Owner">
      <xsd:simpleType>
        <xsd:restriction base="dms:Text"/>
      </xsd:simpleType>
    </xsd:element>
    <xsd:element name="_dlc_DocId" ma:index="11" nillable="true" ma:displayName="Document ID Value" ma:description="The value of the document ID assigned to this item." ma:internalName="_dlc_DocId" ma:readOnly="true">
      <xsd:simpleType>
        <xsd:restriction base="dms:Text"/>
      </xsd:simpleType>
    </xsd:element>
    <xsd:element name="_dlc_DocIdUrl" ma:index="12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3" nillable="true" ma:displayName="Persist ID" ma:description="Keep ID on add." ma:hidden="true" ma:internalName="_dlc_DocIdPersistId" ma:readOnly="true">
      <xsd:simpleType>
        <xsd:restriction base="dms:Boolean"/>
      </xsd:simpleType>
    </xsd:element>
    <xsd:element name="HideFromDelve" ma:index="14" nillable="true" ma:displayName="HideFromDelve" ma:default="0" ma:internalName="HideFromDelve">
      <xsd:simpleType>
        <xsd:restriction base="dms:Boolea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5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6.xml><?xml version="1.0" encoding="utf-8"?>
<?mso-contentType ?>
<SharedContentType xmlns="Microsoft.SharePoint.Taxonomy.ContentTypeSync" SourceId="34c87397-5fc1-491e-85e7-d6110dbe9cbd" ContentTypeId="0x010100CE50E52E7543470BBDD3827FE50C59CB" PreviousValue="false"/>
</file>

<file path=customXml/itemProps1.xml><?xml version="1.0" encoding="utf-8"?>
<ds:datastoreItem xmlns:ds="http://schemas.openxmlformats.org/officeDocument/2006/customXml" ds:itemID="{F1A5087E-D875-4389-9B23-8434F51180AC}">
  <ds:schemaRefs>
    <ds:schemaRef ds:uri="http://schemas.microsoft.com/office/2006/metadata/properties"/>
    <ds:schemaRef ds:uri="http://schemas.microsoft.com/office/infopath/2007/PartnerControls"/>
    <ds:schemaRef ds:uri="71c5aaf6-e6ce-465b-b873-5148d2a4c105"/>
  </ds:schemaRefs>
</ds:datastoreItem>
</file>

<file path=customXml/itemProps2.xml><?xml version="1.0" encoding="utf-8"?>
<ds:datastoreItem xmlns:ds="http://schemas.openxmlformats.org/officeDocument/2006/customXml" ds:itemID="{B13512BF-786C-44BC-9179-48F650BCBA3C}">
  <ds:schemaRefs>
    <ds:schemaRef ds:uri="http://schemas.microsoft.com/office/2006/metadata/customXsn"/>
  </ds:schemaRefs>
</ds:datastoreItem>
</file>

<file path=customXml/itemProps3.xml><?xml version="1.0" encoding="utf-8"?>
<ds:datastoreItem xmlns:ds="http://schemas.openxmlformats.org/officeDocument/2006/customXml" ds:itemID="{9DED2D23-3C7F-41E8-ACA8-DA4828291003}">
  <ds:schemaRefs>
    <ds:schemaRef ds:uri="http://schemas.microsoft.com/sharepoint/v3/contenttype/forms"/>
  </ds:schemaRefs>
</ds:datastoreItem>
</file>

<file path=customXml/itemProps4.xml><?xml version="1.0" encoding="utf-8"?>
<ds:datastoreItem xmlns:ds="http://schemas.openxmlformats.org/officeDocument/2006/customXml" ds:itemID="{22DD24AF-F947-4A1E-AE57-D42B59C8C63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c5aaf6-e6ce-465b-b873-5148d2a4c10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5.xml><?xml version="1.0" encoding="utf-8"?>
<ds:datastoreItem xmlns:ds="http://schemas.openxmlformats.org/officeDocument/2006/customXml" ds:itemID="{5BDB0496-1A1D-4B21-BC76-DDA1AAE9922B}">
  <ds:schemaRefs>
    <ds:schemaRef ds:uri="http://schemas.microsoft.com/sharepoint/events"/>
  </ds:schemaRefs>
</ds:datastoreItem>
</file>

<file path=customXml/itemProps6.xml><?xml version="1.0" encoding="utf-8"?>
<ds:datastoreItem xmlns:ds="http://schemas.openxmlformats.org/officeDocument/2006/customXml" ds:itemID="{B69FDC28-DDA5-440E-9BA4-E68BD29F4D24}">
  <ds:schemaRefs>
    <ds:schemaRef ds:uri="Microsoft.SharePoint.Taxonomy.ContentTypeSync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Nokia - Pure PowerPoint template 2020</Template>
  <TotalTime>5657</TotalTime>
  <Words>821</Words>
  <Application>Microsoft Office PowerPoint</Application>
  <PresentationFormat>On-screen Show (16:9)</PresentationFormat>
  <Paragraphs>140</Paragraphs>
  <Slides>18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7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33" baseType="lpstr">
      <vt:lpstr>Arial</vt:lpstr>
      <vt:lpstr>Calibri</vt:lpstr>
      <vt:lpstr>Nokia Pure Headline Light</vt:lpstr>
      <vt:lpstr>Nokia Pure Headline Ultra Light</vt:lpstr>
      <vt:lpstr>Nokia Pure Text</vt:lpstr>
      <vt:lpstr>Nokia Pure Text Light</vt:lpstr>
      <vt:lpstr>Wingdings</vt:lpstr>
      <vt:lpstr>1 White Master</vt:lpstr>
      <vt:lpstr>1_c 2018 Nokia</vt:lpstr>
      <vt:lpstr>3_Blue</vt:lpstr>
      <vt:lpstr>4_Blue End Slide</vt:lpstr>
      <vt:lpstr>5_White End Slide</vt:lpstr>
      <vt:lpstr>6_Gray</vt:lpstr>
      <vt:lpstr>1_1 White Master</vt:lpstr>
      <vt:lpstr>think-cell Slide</vt:lpstr>
      <vt:lpstr>PowerPoint Presentation</vt:lpstr>
      <vt:lpstr>Agenda</vt:lpstr>
      <vt:lpstr>PowerPoint Presentation</vt:lpstr>
      <vt:lpstr>PowerPoint Presentation</vt:lpstr>
      <vt:lpstr>PowerPoint Presentation</vt:lpstr>
      <vt:lpstr>PowerPoint Presentation</vt:lpstr>
      <vt:lpstr>Agile Software Development – principles (1)</vt:lpstr>
      <vt:lpstr>Agile Software Development – principles (2)</vt:lpstr>
      <vt:lpstr>Agile - summary</vt:lpstr>
      <vt:lpstr>Scrum - overview</vt:lpstr>
      <vt:lpstr>Scrum – Roles</vt:lpstr>
      <vt:lpstr>Scrum – Events</vt:lpstr>
      <vt:lpstr>Scrum – Artifacts</vt:lpstr>
      <vt:lpstr>Scrum – Values</vt:lpstr>
      <vt:lpstr>Useful links</vt:lpstr>
      <vt:lpstr>Being Agile, Doing Agile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Zaharie, Ancuta (Nokia - RO/Timisoara)</dc:creator>
  <cp:lastModifiedBy>Zaharie, Ancuta (Nokia - RO/Timisoara)</cp:lastModifiedBy>
  <cp:revision>59</cp:revision>
  <dcterms:created xsi:type="dcterms:W3CDTF">2020-07-03T10:54:01Z</dcterms:created>
  <dcterms:modified xsi:type="dcterms:W3CDTF">2020-07-07T09:15:17Z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0x010100CE50E52E7543470BBDD3827FE50C59CB00F28B616FD8C77D40956A924538277F24</vt:lpwstr>
  </property>
  <property fmtid="{D5CDD505-2E9C-101B-9397-08002B2CF9AE}" pid="3" name="_dlc_DocIdItemGuid">
    <vt:lpwstr>50ae9648-8384-4b11-aad9-49259e465c9e</vt:lpwstr>
  </property>
  <property fmtid="{D5CDD505-2E9C-101B-9397-08002B2CF9AE}" pid="4" name="SharedWithUsers">
    <vt:lpwstr>30470;#Mion, Marcello (Nokia - IT/Vimercate);#21237;#Greijula, Sirkku (Nokia - FI/Tampere);#22035;#Gupta, Uvnik (Nokia - IN/Bangalore);#12061;#Che Haron, Firdaus (Nokia - MY/Kuala Lumpur);#2894;#Martins Joao Cruz, Catarina (Nokia - DE/Munich);#10416;#Gero</vt:lpwstr>
  </property>
</Properties>
</file>